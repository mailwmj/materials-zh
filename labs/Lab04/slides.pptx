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</a:t>
            </a:r>
            <a:br/>
            <a:br/>
            <a:r>
              <a:t>下午好。在 L11 中我们涵盖了工具调用失败时会发生什么，以及谁在运行</a:t>
            </a:r>
            <a:br/>
            <a:r>
              <a:t>之前说是。今天是工具本身：框架如何实际到达你的计算机。</a:t>
            </a:r>
            <a:br/>
            <a:br/>
            <a:r>
              <a:t>今天没有演示也没有作业，只有这个，然后是出勤表格。幻灯片上的所有</a:t>
            </a:r>
            <a:br/>
            <a:r>
              <a:t>内容都是在 10 月 7 日从真实工具捕获的：Codex 和 Claude Code 发送给</a:t>
            </a:r>
            <a:br/>
            <a:r>
              <a:t>它们的模型的请求， wire 上的真实 MCP 服务器，以及由框架驱动的真实</a:t>
            </a:r>
            <a:br/>
            <a:r>
              <a:t>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</a:t>
            </a:r>
            <a:br/>
            <a:br/>
            <a:r>
              <a:t>这是今天。三个部分，每一个是框架到达你的计算机的一种方式，然后是</a:t>
            </a:r>
            <a:br/>
            <a:r>
              <a:t>提示注入，它贯穿所有三个。没有作业，不需要安装任何东西。出勤表格</a:t>
            </a:r>
            <a:br/>
            <a:r>
              <a:t>在最后。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讲解：第一部分大约 25 分钟。</a:t>
            </a:r>
            <a:br/>
            <a:br/>
            <a:r>
              <a:t>第一部分。Shell 是每个框架都有的唯一工具，所以我们从那里开始。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讲解：短命令大约 8 分钟。</a:t>
            </a:r>
            <a:br/>
            <a:br/>
            <a:r>
              <a:t>两种命令，它们工作方式不同。首先是普通类型：一个运行、结束并打印</a:t>
            </a:r>
            <a:br/>
            <a:r>
              <a:t>某些东西的命令。pytest、git status、grep。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一个命令，从头到尾。模型不能运行任何东西。它写一个工具调用，说：</a:t>
            </a:r>
            <a:br/>
            <a:r>
              <a:t>运行 pytest -q。</a:t>
            </a:r>
            <a:br/>
            <a:br/>
            <a:r>
              <a:t>点击。框架获取那个字符串并在你的计算机上运行它，就像你输入终端一样。</a:t>
            </a:r>
            <a:br/>
            <a:r>
              <a:t>同样的事情。</a:t>
            </a:r>
            <a:br/>
            <a:br/>
            <a:r>
              <a:t>点击。命令打印的任何内容，加上它的退出代码，作为文本返回给模型。</a:t>
            </a:r>
            <a:br/>
            <a:r>
              <a:t>退出代码 1 意味着测试失败，模型决定下一步做什么。</a:t>
            </a:r>
            <a:br/>
            <a:br/>
            <a:r>
              <a:t>这就是短命令的全部工具：它运行，它结束，它的输出返回。接下来，那个</a:t>
            </a:r>
            <a:br/>
            <a:r>
              <a:t>工具调用实际是什么样子。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一个命令，从头到尾。模型不能运行任何东西。它写一个工具调用，说：</a:t>
            </a:r>
            <a:br/>
            <a:r>
              <a:t>运行 pytest -q。</a:t>
            </a:r>
            <a:br/>
            <a:br/>
            <a:r>
              <a:t>点击。框架获取那个字符串并在你的计算机上运行它，就像你输入终端一样。</a:t>
            </a:r>
            <a:br/>
            <a:r>
              <a:t>同样的事情。</a:t>
            </a:r>
            <a:br/>
            <a:br/>
            <a:r>
              <a:t>点击。命令打印的任何内容，加上它的退出代码，作为文本返回给模型。</a:t>
            </a:r>
            <a:br/>
            <a:r>
              <a:t>退出代码 1 意味着测试失败，模型决定下一步做什么。</a:t>
            </a:r>
            <a:br/>
            <a:br/>
            <a:r>
              <a:t>这就是短命令的全部工具：它运行，它结束，它的输出返回。接下来，那个</a:t>
            </a:r>
            <a:br/>
            <a:r>
              <a:t>工具调用实际是什么样子。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一个命令，从头到尾。模型不能运行任何东西。它写一个工具调用，说：</a:t>
            </a:r>
            <a:br/>
            <a:r>
              <a:t>运行 pytest -q。</a:t>
            </a:r>
            <a:br/>
            <a:br/>
            <a:r>
              <a:t>点击。框架获取那个字符串并在你的计算机上运行它，就像你输入终端一样。</a:t>
            </a:r>
            <a:br/>
            <a:r>
              <a:t>同样的事情。</a:t>
            </a:r>
            <a:br/>
            <a:br/>
            <a:r>
              <a:t>点击。命令打印的任何内容，加上它的退出代码，作为文本返回给模型。</a:t>
            </a:r>
            <a:br/>
            <a:r>
              <a:t>退出代码 1 意味着测试失败，模型决定下一步做什么。</a:t>
            </a:r>
            <a:br/>
            <a:br/>
            <a:r>
              <a:t>这就是短命令的全部工具：它运行，它结束，它的输出返回。接下来，那个</a:t>
            </a:r>
            <a:br/>
            <a:r>
              <a:t>工具调用实际是什么样子。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这是模型写它想要运行测试的工具调用，在真实框架的格式中。</a:t>
            </a:r>
            <a:br/>
            <a:br/>
            <a:r>
              <a:t>命令只是输入之一。模型还写一个描述，用 plain words，那就是当框架</a:t>
            </a:r>
            <a:br/>
            <a:r>
              <a:t>询问你批准命令时你看到的内容。工具自己的指令说用户经常在不看命令</a:t>
            </a:r>
            <a:br/>
            <a:r>
              <a:t>的情况下阅读描述，所以描述是模型关于它自己的命令的主张。L11 的批准</a:t>
            </a:r>
            <a:br/>
            <a:r>
              <a:t>规则适用：阅读命令，不是解释。</a:t>
            </a:r>
            <a:br/>
            <a:br/>
            <a:r>
              <a:t>timeout 是框架等待多长时间，默认两分钟。run_in_background 用于不会</a:t>
            </a:r>
            <a:br/>
            <a:r>
              <a:t>结束的命令，这是本部分的第二半。</a:t>
            </a:r>
            <a:br/>
            <a:br/>
            <a:r>
              <a:t>那么当一个任务需要超过一个命令时会发生什么？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你问模型为什么测试失败。它需要两个命令：git status，看看什么改变了，</a:t>
            </a:r>
            <a:br/>
            <a:r>
              <a:t>和测试套件。</a:t>
            </a:r>
            <a:br/>
            <a:br/>
            <a:r>
              <a:t>它要求第一个。框架在你的计算机上运行 git status，获取四行返回，并</a:t>
            </a:r>
            <a:br/>
            <a:r>
              <a:t>将那四行交给模型。</a:t>
            </a:r>
            <a:br/>
            <a:br/>
            <a:r>
              <a:t>点击。蓝色条是模型在工作：它读取四行并决定接下来运行什么。然后它</a:t>
            </a:r>
            <a:br/>
            <a:r>
              <a:t>要求测试。框架运行 pytest，所有三百行测试日志返回给模型。</a:t>
            </a:r>
            <a:br/>
            <a:br/>
            <a:r>
              <a:t>点击。所以两个命令花费两次通过模型的行程，每个命令打印的每一行现在</a:t>
            </a:r>
            <a:br/>
            <a:r>
              <a:t>都在它的上下文中，无论模型是否需要它。</a:t>
            </a:r>
            <a:br/>
            <a:br/>
            <a:r>
              <a:t>这就是每个框架默认的工作方式。Code 模式改变了它。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你问模型为什么测试失败。它需要两个命令：git status，看看什么改变了，</a:t>
            </a:r>
            <a:br/>
            <a:r>
              <a:t>和测试套件。</a:t>
            </a:r>
            <a:br/>
            <a:br/>
            <a:r>
              <a:t>它要求第一个。框架在你的计算机上运行 git status，获取四行返回，并</a:t>
            </a:r>
            <a:br/>
            <a:r>
              <a:t>将那四行交给模型。</a:t>
            </a:r>
            <a:br/>
            <a:br/>
            <a:r>
              <a:t>点击。蓝色条是模型在工作：它读取四行并决定接下来运行什么。然后它</a:t>
            </a:r>
            <a:br/>
            <a:r>
              <a:t>要求测试。框架运行 pytest，所有三百行测试日志返回给模型。</a:t>
            </a:r>
            <a:br/>
            <a:br/>
            <a:r>
              <a:t>点击。所以两个命令花费两次通过模型的行程，每个命令打印的每一行现在</a:t>
            </a:r>
            <a:br/>
            <a:r>
              <a:t>都在它的上下文中，无论模型是否需要它。</a:t>
            </a:r>
            <a:br/>
            <a:br/>
            <a:r>
              <a:t>这就是每个框架默认的工作方式。Code 模式改变了它。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你问模型为什么测试失败。它需要两个命令：git status，看看什么改变了，</a:t>
            </a:r>
            <a:br/>
            <a:r>
              <a:t>和测试套件。</a:t>
            </a:r>
            <a:br/>
            <a:br/>
            <a:r>
              <a:t>它要求第一个。框架在你的计算机上运行 git status，获取四行返回，并</a:t>
            </a:r>
            <a:br/>
            <a:r>
              <a:t>将那四行交给模型。</a:t>
            </a:r>
            <a:br/>
            <a:br/>
            <a:r>
              <a:t>点击。蓝色条是模型在工作：它读取四行并决定接下来运行什么。然后它</a:t>
            </a:r>
            <a:br/>
            <a:r>
              <a:t>要求测试。框架运行 pytest，所有三百行测试日志返回给模型。</a:t>
            </a:r>
            <a:br/>
            <a:br/>
            <a:r>
              <a:t>点击。所以两个命令花费两次通过模型的行程，每个命令打印的每一行现在</a:t>
            </a:r>
            <a:br/>
            <a:r>
              <a:t>都在它的上下文中，无论模型是否需要它。</a:t>
            </a:r>
            <a:br/>
            <a:br/>
            <a:r>
              <a:t>这就是每个框架默认的工作方式。Code 模式改变了它。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同样的任务：为什么测试失败。在 code 模式中，模型不要求一个命令。</a:t>
            </a:r>
            <a:br/>
            <a:r>
              <a:t>它的工具调用是一个它刚刚写的短 Python 程序。shell 是框架的 shell</a:t>
            </a:r>
            <a:br/>
            <a:r>
              <a:t>工具，可以从代码调用。程序运行 git status，运行测试，并打印状态和</a:t>
            </a:r>
            <a:br/>
            <a:r>
              <a:t>测试日志的末尾。</a:t>
            </a:r>
            <a:br/>
            <a:br/>
            <a:r>
              <a:t>点击。框架运行整个程序。每个 shell 调用在你的计算机上运行，它的</a:t>
            </a:r>
            <a:br/>
            <a:r>
              <a:t>输出返回给程序，不是模型：git status 的四行，pytest 的三百行。三百</a:t>
            </a:r>
            <a:br/>
            <a:r>
              <a:t>行留在程序内部。</a:t>
            </a:r>
            <a:br/>
            <a:br/>
            <a:r>
              <a:t>点击。当程序结束时，无论它打印什么都作为单一结果返回给模型，大约</a:t>
            </a:r>
            <a:br/>
            <a:r>
              <a:t>二十五行。</a:t>
            </a:r>
            <a:br/>
            <a:br/>
            <a:r>
              <a:t>一块代码输入，一个结果输出。接下来，同样的运行在上一张幻灯片的车道</a:t>
            </a:r>
            <a:br/>
            <a:r>
              <a:t>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同样的任务：为什么测试失败。在 code 模式中，模型不要求一个命令。</a:t>
            </a:r>
            <a:br/>
            <a:r>
              <a:t>它的工具调用是一个它刚刚写的短 Python 程序。shell 是框架的 shell</a:t>
            </a:r>
            <a:br/>
            <a:r>
              <a:t>工具，可以从代码调用。程序运行 git status，运行测试，并打印状态和</a:t>
            </a:r>
            <a:br/>
            <a:r>
              <a:t>测试日志的末尾。</a:t>
            </a:r>
            <a:br/>
            <a:br/>
            <a:r>
              <a:t>点击。框架运行整个程序。每个 shell 调用在你的计算机上运行，它的</a:t>
            </a:r>
            <a:br/>
            <a:r>
              <a:t>输出返回给程序，不是模型：git status 的四行，pytest 的三百行。三百</a:t>
            </a:r>
            <a:br/>
            <a:r>
              <a:t>行留在程序内部。</a:t>
            </a:r>
            <a:br/>
            <a:br/>
            <a:r>
              <a:t>点击。当程序结束时，无论它打印什么都作为单一结果返回给模型，大约</a:t>
            </a:r>
            <a:br/>
            <a:r>
              <a:t>二十五行。</a:t>
            </a:r>
            <a:br/>
            <a:br/>
            <a:r>
              <a:t>一块代码输入，一个结果输出。接下来，同样的运行在上一张幻灯片的车道</a:t>
            </a:r>
            <a:br/>
            <a:r>
              <a:t>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同样的任务：为什么测试失败。在 code 模式中，模型不要求一个命令。</a:t>
            </a:r>
            <a:br/>
            <a:r>
              <a:t>它的工具调用是一个它刚刚写的短 Python 程序。shell 是框架的 shell</a:t>
            </a:r>
            <a:br/>
            <a:r>
              <a:t>工具，可以从代码调用。程序运行 git status，运行测试，并打印状态和</a:t>
            </a:r>
            <a:br/>
            <a:r>
              <a:t>测试日志的末尾。</a:t>
            </a:r>
            <a:br/>
            <a:br/>
            <a:r>
              <a:t>点击。框架运行整个程序。每个 shell 调用在你的计算机上运行，它的</a:t>
            </a:r>
            <a:br/>
            <a:r>
              <a:t>输出返回给程序，不是模型：git status 的四行，pytest 的三百行。三百</a:t>
            </a:r>
            <a:br/>
            <a:r>
              <a:t>行留在程序内部。</a:t>
            </a:r>
            <a:br/>
            <a:br/>
            <a:r>
              <a:t>点击。当程序结束时，无论它打印什么都作为单一结果返回给模型，大约</a:t>
            </a:r>
            <a:br/>
            <a:r>
              <a:t>二十五行。</a:t>
            </a:r>
            <a:br/>
            <a:br/>
            <a:r>
              <a:t>一块代码输入，一个结果输出。接下来，同样的运行在上一张幻灯片的车道</a:t>
            </a:r>
            <a:br/>
            <a:r>
              <a:t>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同样的任务，同样的三个车道作为一个调用。模型将程序作为一个工具调用发送。</a:t>
            </a:r>
            <a:br/>
            <a:br/>
            <a:r>
              <a:t>点击。框架运行程序。每个 shell 调用在你的计算机上运行，它的输出返回</a:t>
            </a:r>
            <a:br/>
            <a:r>
              <a:t>给程序，不是模型。模型在这一切发生时根本不被调用。</a:t>
            </a:r>
            <a:br/>
            <a:br/>
            <a:r>
              <a:t>点击。当程序结束时，模型只得到它打印的内容：大约二十五行。</a:t>
            </a:r>
            <a:br/>
            <a:br/>
            <a:r>
              <a:t>点击。比较一次一个调用，两张幻灯片前：一次通过模型而不是两次，上下</a:t>
            </a:r>
            <a:br/>
            <a:r>
              <a:t>文中的二十五行而不是三百行。任务需要的命令越多，这节省的越多。</a:t>
            </a:r>
            <a:br/>
            <a:br/>
            <a:r>
              <a:t>这就是短命令。接下来，另一种：永远不会结束的命令。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同样的任务，同样的三个车道作为一个调用。模型将程序作为一个工具调用发送。</a:t>
            </a:r>
            <a:br/>
            <a:br/>
            <a:r>
              <a:t>点击。框架运行程序。每个 shell 调用在你的计算机上运行，它的输出返回</a:t>
            </a:r>
            <a:br/>
            <a:r>
              <a:t>给程序，不是模型。模型在这一切发生时根本不被调用。</a:t>
            </a:r>
            <a:br/>
            <a:br/>
            <a:r>
              <a:t>点击。当程序结束时，模型只得到它打印的内容：大约二十五行。</a:t>
            </a:r>
            <a:br/>
            <a:br/>
            <a:r>
              <a:t>点击。比较一次一个调用，两张幻灯片前：一次通过模型而不是两次，上下</a:t>
            </a:r>
            <a:br/>
            <a:r>
              <a:t>文中的二十五行而不是三百行。任务需要的命令越多，这节省的越多。</a:t>
            </a:r>
            <a:br/>
            <a:br/>
            <a:r>
              <a:t>这就是短命令。接下来，另一种：永远不会结束的命令。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同样的任务，同样的三个车道作为一个调用。模型将程序作为一个工具调用发送。</a:t>
            </a:r>
            <a:br/>
            <a:br/>
            <a:r>
              <a:t>点击。框架运行程序。每个 shell 调用在你的计算机上运行，它的输出返回</a:t>
            </a:r>
            <a:br/>
            <a:r>
              <a:t>给程序，不是模型。模型在这一切发生时根本不被调用。</a:t>
            </a:r>
            <a:br/>
            <a:br/>
            <a:r>
              <a:t>点击。当程序结束时，模型只得到它打印的内容：大约二十五行。</a:t>
            </a:r>
            <a:br/>
            <a:br/>
            <a:r>
              <a:t>点击。比较一次一个调用，两张幻灯片前：一次通过模型而不是两次，上下</a:t>
            </a:r>
            <a:br/>
            <a:r>
              <a:t>文中的二十五行而不是三百行。任务需要的命令越多，这节省的越多。</a:t>
            </a:r>
            <a:br/>
            <a:br/>
            <a:r>
              <a:t>这就是短命令。接下来，另一种：永远不会结束的命令。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同样的任务，同样的三个车道作为一个调用。模型将程序作为一个工具调用发送。</a:t>
            </a:r>
            <a:br/>
            <a:br/>
            <a:r>
              <a:t>点击。框架运行程序。每个 shell 调用在你的计算机上运行，它的输出返回</a:t>
            </a:r>
            <a:br/>
            <a:r>
              <a:t>给程序，不是模型。模型在这一切发生时根本不被调用。</a:t>
            </a:r>
            <a:br/>
            <a:br/>
            <a:r>
              <a:t>点击。当程序结束时，模型只得到它打印的内容：大约二十五行。</a:t>
            </a:r>
            <a:br/>
            <a:br/>
            <a:r>
              <a:t>点击。比较一次一个调用，两张幻灯片前：一次通过模型而不是两次，上下</a:t>
            </a:r>
            <a:br/>
            <a:r>
              <a:t>文中的二十五行而不是三百行。任务需要的命令越多，这节省的越多。</a:t>
            </a:r>
            <a:br/>
            <a:br/>
            <a:r>
              <a:t>这就是短命令。接下来，另一种：永远不会结束的命令。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讲解：长时间运行的命令大约 12 分钟。</a:t>
            </a:r>
            <a:br/>
            <a:br/>
            <a:r>
              <a:t>到目前为止，每个命令在一两秒内结束。有些需要几分钟，有些永远不会</a:t>
            </a:r>
            <a:br/>
            <a:r>
              <a:t>结束。首先，框架如何等待一个。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四种命令不会快速返回。</a:t>
            </a:r>
            <a:br/>
            <a:br/>
            <a:r>
              <a:t>服务器：一个 dev 服务器运行直到你停止它。你的 Apply taskr web 应用</a:t>
            </a:r>
            <a:br/>
            <a:r>
              <a:t>是其中一个。</a:t>
            </a:r>
            <a:br/>
            <a:br/>
            <a:r>
              <a:t>监视器：编译器或测试运行器在 watch 模式中，每次文件改变时重新运行。</a:t>
            </a:r>
            <a:br/>
            <a:br/>
            <a:r>
              <a:t>等待输入：密码提示，像 git log 打开的分页器，一个想要是或否的问题。</a:t>
            </a:r>
            <a:br/>
            <a:r>
              <a:t>这些是 stuck，不是慢。</a:t>
            </a:r>
            <a:br/>
            <a:br/>
            <a:r>
              <a:t>只是慢：一个大构建或完整的测试套件，最终会完成。</a:t>
            </a:r>
            <a:br/>
            <a:br/>
            <a:r>
              <a:t>框架不能通过等待区分这些。三十秒的静默后，慢构建和服务器看起来完全</a:t>
            </a:r>
            <a:br/>
            <a:r>
              <a:t>一样。所以每个框架必须决定何时停止等待，以及对仍在运行的进程做什么。</a:t>
            </a:r>
            <a:br/>
            <a:br/>
            <a:r>
              <a:t>首先，停下来询问人的命令。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最狡猾的命令停下来等待一个人。</a:t>
            </a:r>
            <a:br/>
            <a:br/>
            <a:r>
              <a:t>git log 打开一个分页器并等待你按 q。框架可以为每个命令将 PAGER 设置</a:t>
            </a:r>
            <a:br/>
            <a:r>
              <a:t>为 cat，所以 git log 只是打印并退出。</a:t>
            </a:r>
            <a:br/>
            <a:br/>
            <a:r>
              <a:t>绘制颜色和进度条的程序用转义码填充输出，模型必须读取。框架告诉它们</a:t>
            </a:r>
            <a:br/>
            <a:r>
              <a:t>没有 fancy terminal。</a:t>
            </a:r>
            <a:br/>
            <a:br/>
            <a:r>
              <a:t>一些打开一个编辑器或问一个问题，比如 git rebase dash i。没有人在键盘</a:t>
            </a:r>
            <a:br/>
            <a:r>
              <a:t>前，所以框架的工具描述 plain 告诉模型不要运行它们。</a:t>
            </a:r>
            <a:br/>
            <a:br/>
            <a:r>
              <a:t>如果你构建一个 shell 工具，你需要同样的防御，否则你的框架将在第一个</a:t>
            </a:r>
            <a:br/>
            <a:r>
              <a:t>git log 上挂起。</a:t>
            </a:r>
            <a:br/>
            <a:br/>
            <a:r>
              <a:t>这处理了等待人的命令。接下来，只是慢的命令。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普通情况。模型要求测试套件，框架运行它。没有人告诉模型这个套件需要</a:t>
            </a:r>
            <a:br/>
            <a:r>
              <a:t>三分钟。</a:t>
            </a:r>
            <a:br/>
            <a:br/>
            <a:r>
              <a:t>点击。框架等待，默认两分钟。模型在发出调用时可以要求最多十分钟。当</a:t>
            </a:r>
            <a:br/>
            <a:r>
              <a:t>时间到了，pytest 仍在继续，框架不杀死它。它停止等待，告诉模型命令</a:t>
            </a:r>
            <a:br/>
            <a:r>
              <a:t>仍在运行，并给它一个名字：task 7。</a:t>
            </a:r>
            <a:br/>
            <a:br/>
            <a:r>
              <a:t>点击。模型继续其他工作。当 pytest 最终退出时，框架用结果唤醒模型，</a:t>
            </a:r>
            <a:br/>
            <a:r>
              <a:t>同样的输出它本来可以通过等待获得。</a:t>
            </a:r>
            <a:br/>
            <a:br/>
            <a:r>
              <a:t>所以慢命令不会永远阻塞模型。但模型仍然坐在两分钟的命令前，它可以</a:t>
            </a:r>
            <a:br/>
            <a:r>
              <a:t>已经猜测是慢的。接下来： upfront 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普通情况。模型要求测试套件，框架运行它。没有人告诉模型这个套件需要</a:t>
            </a:r>
            <a:br/>
            <a:r>
              <a:t>三分钟。</a:t>
            </a:r>
            <a:br/>
            <a:br/>
            <a:r>
              <a:t>点击。框架等待，默认两分钟。模型在发出调用时可以要求最多十分钟。当</a:t>
            </a:r>
            <a:br/>
            <a:r>
              <a:t>时间到了，pytest 仍在继续，框架不杀死它。它停止等待，告诉模型命令</a:t>
            </a:r>
            <a:br/>
            <a:r>
              <a:t>仍在运行，并给它一个名字：task 7。</a:t>
            </a:r>
            <a:br/>
            <a:br/>
            <a:r>
              <a:t>点击。模型继续其他工作。当 pytest 最终退出时，框架用结果唤醒模型，</a:t>
            </a:r>
            <a:br/>
            <a:r>
              <a:t>同样的输出它本来可以通过等待获得。</a:t>
            </a:r>
            <a:br/>
            <a:br/>
            <a:r>
              <a:t>所以慢命令不会永远阻塞模型。但模型仍然坐在两分钟的命令前，它可以</a:t>
            </a:r>
            <a:br/>
            <a:r>
              <a:t>已经猜测是慢的。接下来： upfront 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普通情况。模型要求测试套件，框架运行它。没有人告诉模型这个套件需要</a:t>
            </a:r>
            <a:br/>
            <a:r>
              <a:t>三分钟。</a:t>
            </a:r>
            <a:br/>
            <a:br/>
            <a:r>
              <a:t>点击。框架等待，默认两分钟。模型在发出调用时可以要求最多十分钟。当</a:t>
            </a:r>
            <a:br/>
            <a:r>
              <a:t>时间到了，pytest 仍在继续，框架不杀死它。它停止等待，告诉模型命令</a:t>
            </a:r>
            <a:br/>
            <a:r>
              <a:t>仍在运行，并给它一个名字：task 7。</a:t>
            </a:r>
            <a:br/>
            <a:br/>
            <a:r>
              <a:t>点击。模型继续其他工作。当 pytest 最终退出时，框架用结果唤醒模型，</a:t>
            </a:r>
            <a:br/>
            <a:r>
              <a:t>同样的输出它本来可以通过等待获得。</a:t>
            </a:r>
            <a:br/>
            <a:br/>
            <a:r>
              <a:t>所以慢命令不会永远阻塞模型。但模型仍然坐在两分钟的命令前，它可以</a:t>
            </a:r>
            <a:br/>
            <a:r>
              <a:t>已经猜测是慢的。接下来： upfront 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分钟。两次点击。</a:t>
            </a:r>
            <a:br/>
            <a:br/>
            <a:r>
              <a:t>一个 dev 服务器永远不会退出，所以等待两分钟是毫无意义的。模型要求</a:t>
            </a:r>
            <a:br/>
            <a:r>
              <a:t>它在后台。框架启动进程：绿色条是它运行多长时间。</a:t>
            </a:r>
            <a:br/>
            <a:br/>
            <a:r>
              <a:t>点击。框架根本不等待。它立即回答：已启动，task 7。</a:t>
            </a:r>
            <a:br/>
            <a:br/>
            <a:r>
              <a:t>点击。模型继续工作，服务器继续运行，直到某些东西停止它。从这一点</a:t>
            </a:r>
            <a:br/>
            <a:r>
              <a:t>开始，task id 是模型如何到达它。</a:t>
            </a:r>
            <a:br/>
            <a:br/>
            <a:r>
              <a:t>接下来：模型可以对仍在运行的命令做什么。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分钟。两次点击。</a:t>
            </a:r>
            <a:br/>
            <a:br/>
            <a:r>
              <a:t>一个 dev 服务器永远不会退出，所以等待两分钟是毫无意义的。模型要求</a:t>
            </a:r>
            <a:br/>
            <a:r>
              <a:t>它在后台。框架启动进程：绿色条是它运行多长时间。</a:t>
            </a:r>
            <a:br/>
            <a:br/>
            <a:r>
              <a:t>点击。框架根本不等待。它立即回答：已启动，task 7。</a:t>
            </a:r>
            <a:br/>
            <a:br/>
            <a:r>
              <a:t>点击。模型继续工作，服务器继续运行，直到某些东西停止它。从这一点</a:t>
            </a:r>
            <a:br/>
            <a:r>
              <a:t>开始，task id 是模型如何到达它。</a:t>
            </a:r>
            <a:br/>
            <a:br/>
            <a:r>
              <a:t>接下来：模型可以对仍在运行的命令做什么。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分钟。两次点击。</a:t>
            </a:r>
            <a:br/>
            <a:br/>
            <a:r>
              <a:t>一个 dev 服务器永远不会退出，所以等待两分钟是毫无意义的。模型要求</a:t>
            </a:r>
            <a:br/>
            <a:r>
              <a:t>它在后台。框架启动进程：绿色条是它运行多长时间。</a:t>
            </a:r>
            <a:br/>
            <a:br/>
            <a:r>
              <a:t>点击。框架根本不等待。它立即回答：已启动，task 7。</a:t>
            </a:r>
            <a:br/>
            <a:br/>
            <a:r>
              <a:t>点击。模型继续工作，服务器继续运行，直到某些东西停止它。从这一点</a:t>
            </a:r>
            <a:br/>
            <a:r>
              <a:t>开始，task id 是模型如何到达它。</a:t>
            </a:r>
            <a:br/>
            <a:br/>
            <a:r>
              <a:t>接下来：模型可以对仍在运行的命令做什么。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5 分钟。四次点击。</a:t>
            </a:r>
            <a:br/>
            <a:br/>
            <a:r>
              <a:t>Task 7 在后台运行。模型可以用它做什么？一个运行中的程序只有几个</a:t>
            </a:r>
            <a:br/>
            <a:r>
              <a:t>方式进入，对你和模型都一样：它打印什么，它读取什么，它监听 的网络</a:t>
            </a:r>
            <a:br/>
            <a:r>
              <a:t>端口如果它是一个服务器，以及停止它。模型从不接触进程。它询问框架，</a:t>
            </a:r>
            <a:br/>
            <a:r>
              <a:t>并通过 task id 命名它。</a:t>
            </a:r>
            <a:br/>
            <a:br/>
            <a:r>
              <a:t>点击。它的输出。模型询问框架监视 task 7。程序打印的每一新行都到</a:t>
            </a:r>
            <a:br/>
            <a:r>
              <a:t>达框架，框架在它到达时将它传递给模型。每一行是模型上下文中的一条</a:t>
            </a:r>
            <a:br/>
            <a:r>
              <a:t>消息，所以真正的监视过滤，例如只带有 Error 的行。</a:t>
            </a:r>
            <a:br/>
            <a:br/>
            <a:r>
              <a:t>点击。它的输入。模型写入程序的输入，就像在它的键盘上打字一样：这里</a:t>
            </a:r>
            <a:br/>
            <a:r>
              <a:t>y 和 Enter，回答一个是或否问题，它返回程序接下来打印的任何内容。</a:t>
            </a:r>
            <a:br/>
            <a:r>
              <a:t>Python 会话或调试器以同样的方式工作，并在写入之间保持其状态。框架</a:t>
            </a:r>
            <a:br/>
            <a:r>
              <a:t>必须在一个终端中启动程序。它也是一个风险：无论一个提示在询问什么</a:t>
            </a:r>
            <a:br/>
            <a:r>
              <a:t>人，模型现在可以回答。</a:t>
            </a:r>
            <a:br/>
            <a:br/>
            <a:r>
              <a:t>点击。它的端口。一个服务器监听端口，这里 5173。模型不需要特殊工具</a:t>
            </a:r>
            <a:br/>
            <a:r>
              <a:t>来做到这一点：它像任何其他命令一样运行 curl，curl 发送请求，响应</a:t>
            </a:r>
            <a:br/>
            <a:r>
              <a:t>作为 curl 的输出返回。浏览器是另一种方式，在第三部分。</a:t>
            </a:r>
            <a:br/>
            <a:br/>
            <a:r>
              <a:t>点击。停止。模型询问框架停止 task 7，框架停止它。如果模型忘记，</a:t>
            </a:r>
            <a:br/>
            <a:r>
              <a:t>框架在默认十分钟后停止后台命令。模型可以要求最多两个小时。</a:t>
            </a:r>
            <a:br/>
            <a:br/>
            <a:r>
              <a:t>这就是 shell：它在你的计算机上运行，它花费返回的任何输出的成本，</a:t>
            </a:r>
            <a:br/>
            <a:r>
              <a:t>框架决定等待多长时间以及模型如何到达运行中的进程。接下来：其他人</a:t>
            </a:r>
            <a:br/>
            <a:r>
              <a:t>写的工具。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5 分钟。四次点击。</a:t>
            </a:r>
            <a:br/>
            <a:br/>
            <a:r>
              <a:t>Task 7 在后台运行。模型可以用它做什么？一个运行中的程序只有几个</a:t>
            </a:r>
            <a:br/>
            <a:r>
              <a:t>方式进入，对你和模型都一样：它打印什么，它读取什么，它监听 的网络</a:t>
            </a:r>
            <a:br/>
            <a:r>
              <a:t>端口如果它是一个服务器，以及停止它。模型从不接触进程。它询问框架，</a:t>
            </a:r>
            <a:br/>
            <a:r>
              <a:t>并通过 task id 命名它。</a:t>
            </a:r>
            <a:br/>
            <a:br/>
            <a:r>
              <a:t>点击。它的输出。模型询问框架监视 task 7。程序打印的每一新行都到</a:t>
            </a:r>
            <a:br/>
            <a:r>
              <a:t>达框架，框架在它到达时将它传递给模型。每一行是模型上下文中的一条</a:t>
            </a:r>
            <a:br/>
            <a:r>
              <a:t>消息，所以真正的监视过滤，例如只带有 Error 的行。</a:t>
            </a:r>
            <a:br/>
            <a:br/>
            <a:r>
              <a:t>点击。它的输入。模型写入程序的输入，就像在它的键盘上打字一样：这里</a:t>
            </a:r>
            <a:br/>
            <a:r>
              <a:t>y 和 Enter，回答一个是或否问题，它返回程序接下来打印的任何内容。</a:t>
            </a:r>
            <a:br/>
            <a:r>
              <a:t>Python 会话或调试器以同样的方式工作，并在写入之间保持其状态。框架</a:t>
            </a:r>
            <a:br/>
            <a:r>
              <a:t>必须在一个终端中启动程序。它也是一个风险：无论一个提示在询问什么</a:t>
            </a:r>
            <a:br/>
            <a:r>
              <a:t>人，模型现在可以回答。</a:t>
            </a:r>
            <a:br/>
            <a:br/>
            <a:r>
              <a:t>点击。它的端口。一个服务器监听端口，这里 5173。模型不需要特殊工具</a:t>
            </a:r>
            <a:br/>
            <a:r>
              <a:t>来做到这一点：它像任何其他命令一样运行 curl，curl 发送请求，响应</a:t>
            </a:r>
            <a:br/>
            <a:r>
              <a:t>作为 curl 的输出返回。浏览器是另一种方式，在第三部分。</a:t>
            </a:r>
            <a:br/>
            <a:br/>
            <a:r>
              <a:t>点击。停止。模型询问框架停止 task 7，框架停止它。如果模型忘记，</a:t>
            </a:r>
            <a:br/>
            <a:r>
              <a:t>框架在默认十分钟后停止后台命令。模型可以要求最多两个小时。</a:t>
            </a:r>
            <a:br/>
            <a:br/>
            <a:r>
              <a:t>这就是 shell：它在你的计算机上运行，它花费返回的任何输出的成本，</a:t>
            </a:r>
            <a:br/>
            <a:r>
              <a:t>框架决定等待多长时间以及模型如何到达运行中的进程。接下来：其他人</a:t>
            </a:r>
            <a:br/>
            <a:r>
              <a:t>写的工具。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5 分钟。四次点击。</a:t>
            </a:r>
            <a:br/>
            <a:br/>
            <a:r>
              <a:t>Task 7 在后台运行。模型可以用它做什么？一个运行中的程序只有几个</a:t>
            </a:r>
            <a:br/>
            <a:r>
              <a:t>方式进入，对你和模型都一样：它打印什么，它读取什么，它监听 的网络</a:t>
            </a:r>
            <a:br/>
            <a:r>
              <a:t>端口如果它是一个服务器，以及停止它。模型从不接触进程。它询问框架，</a:t>
            </a:r>
            <a:br/>
            <a:r>
              <a:t>并通过 task id 命名它。</a:t>
            </a:r>
            <a:br/>
            <a:br/>
            <a:r>
              <a:t>点击。它的输出。模型询问框架监视 task 7。程序打印的每一新行都到</a:t>
            </a:r>
            <a:br/>
            <a:r>
              <a:t>达框架，框架在它到达时将它传递给模型。每一行是模型上下文中的一条</a:t>
            </a:r>
            <a:br/>
            <a:r>
              <a:t>消息，所以真正的监视过滤，例如只带有 Error 的行。</a:t>
            </a:r>
            <a:br/>
            <a:br/>
            <a:r>
              <a:t>点击。它的输入。模型写入程序的输入，就像在它的键盘上打字一样：这里</a:t>
            </a:r>
            <a:br/>
            <a:r>
              <a:t>y 和 Enter，回答一个是或否问题，它返回程序接下来打印的任何内容。</a:t>
            </a:r>
            <a:br/>
            <a:r>
              <a:t>Python 会话或调试器以同样的方式工作，并在写入之间保持其状态。框架</a:t>
            </a:r>
            <a:br/>
            <a:r>
              <a:t>必须在一个终端中启动程序。它也是一个风险：无论一个提示在询问什么</a:t>
            </a:r>
            <a:br/>
            <a:r>
              <a:t>人，模型现在可以回答。</a:t>
            </a:r>
            <a:br/>
            <a:br/>
            <a:r>
              <a:t>点击。它的端口。一个服务器监听端口，这里 5173。模型不需要特殊工具</a:t>
            </a:r>
            <a:br/>
            <a:r>
              <a:t>来做到这一点：它像任何其他命令一样运行 curl，curl 发送请求，响应</a:t>
            </a:r>
            <a:br/>
            <a:r>
              <a:t>作为 curl 的输出返回。浏览器是另一种方式，在第三部分。</a:t>
            </a:r>
            <a:br/>
            <a:br/>
            <a:r>
              <a:t>点击。停止。模型询问框架停止 task 7，框架停止它。如果模型忘记，</a:t>
            </a:r>
            <a:br/>
            <a:r>
              <a:t>框架在默认十分钟后停止后台命令。模型可以要求最多两个小时。</a:t>
            </a:r>
            <a:br/>
            <a:br/>
            <a:r>
              <a:t>这就是 shell：它在你的计算机上运行，它花费返回的任何输出的成本，</a:t>
            </a:r>
            <a:br/>
            <a:r>
              <a:t>框架决定等待多长时间以及模型如何到达运行中的进程。接下来：其他人</a:t>
            </a:r>
            <a:br/>
            <a:r>
              <a:t>写的工具。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5 分钟。四次点击。</a:t>
            </a:r>
            <a:br/>
            <a:br/>
            <a:r>
              <a:t>Task 7 在后台运行。模型可以用它做什么？一个运行中的程序只有几个</a:t>
            </a:r>
            <a:br/>
            <a:r>
              <a:t>方式进入，对你和模型都一样：它打印什么，它读取什么，它监听 的网络</a:t>
            </a:r>
            <a:br/>
            <a:r>
              <a:t>端口如果它是一个服务器，以及停止它。模型从不接触进程。它询问框架，</a:t>
            </a:r>
            <a:br/>
            <a:r>
              <a:t>并通过 task id 命名它。</a:t>
            </a:r>
            <a:br/>
            <a:br/>
            <a:r>
              <a:t>点击。它的输出。模型询问框架监视 task 7。程序打印的每一新行都到</a:t>
            </a:r>
            <a:br/>
            <a:r>
              <a:t>达框架，框架在它到达时将它传递给模型。每一行是模型上下文中的一条</a:t>
            </a:r>
            <a:br/>
            <a:r>
              <a:t>消息，所以真正的监视过滤，例如只带有 Error 的行。</a:t>
            </a:r>
            <a:br/>
            <a:br/>
            <a:r>
              <a:t>点击。它的输入。模型写入程序的输入，就像在它的键盘上打字一样：这里</a:t>
            </a:r>
            <a:br/>
            <a:r>
              <a:t>y 和 Enter，回答一个是或否问题，它返回程序接下来打印的任何内容。</a:t>
            </a:r>
            <a:br/>
            <a:r>
              <a:t>Python 会话或调试器以同样的方式工作，并在写入之间保持其状态。框架</a:t>
            </a:r>
            <a:br/>
            <a:r>
              <a:t>必须在一个终端中启动程序。它也是一个风险：无论一个提示在询问什么</a:t>
            </a:r>
            <a:br/>
            <a:r>
              <a:t>人，模型现在可以回答。</a:t>
            </a:r>
            <a:br/>
            <a:br/>
            <a:r>
              <a:t>点击。它的端口。一个服务器监听端口，这里 5173。模型不需要特殊工具</a:t>
            </a:r>
            <a:br/>
            <a:r>
              <a:t>来做到这一点：它像任何其他命令一样运行 curl，curl 发送请求，响应</a:t>
            </a:r>
            <a:br/>
            <a:r>
              <a:t>作为 curl 的输出返回。浏览器是另一种方式，在第三部分。</a:t>
            </a:r>
            <a:br/>
            <a:br/>
            <a:r>
              <a:t>点击。停止。模型询问框架停止 task 7，框架停止它。如果模型忘记，</a:t>
            </a:r>
            <a:br/>
            <a:r>
              <a:t>框架在默认十分钟后停止后台命令。模型可以要求最多两个小时。</a:t>
            </a:r>
            <a:br/>
            <a:br/>
            <a:r>
              <a:t>这就是 shell：它在你的计算机上运行，它花费返回的任何输出的成本，</a:t>
            </a:r>
            <a:br/>
            <a:r>
              <a:t>框架决定等待多长时间以及模型如何到达运行中的进程。接下来：其他人</a:t>
            </a:r>
            <a:br/>
            <a:r>
              <a:t>写的工具。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5 分钟。四次点击。</a:t>
            </a:r>
            <a:br/>
            <a:br/>
            <a:r>
              <a:t>Task 7 在后台运行。模型可以用它做什么？一个运行中的程序只有几个</a:t>
            </a:r>
            <a:br/>
            <a:r>
              <a:t>方式进入，对你和模型都一样：它打印什么，它读取什么，它监听 的网络</a:t>
            </a:r>
            <a:br/>
            <a:r>
              <a:t>端口如果它是一个服务器，以及停止它。模型从不接触进程。它询问框架，</a:t>
            </a:r>
            <a:br/>
            <a:r>
              <a:t>并通过 task id 命名它。</a:t>
            </a:r>
            <a:br/>
            <a:br/>
            <a:r>
              <a:t>点击。它的输出。模型询问框架监视 task 7。程序打印的每一新行都到</a:t>
            </a:r>
            <a:br/>
            <a:r>
              <a:t>达框架，框架在它到达时将它传递给模型。每一行是模型上下文中的一条</a:t>
            </a:r>
            <a:br/>
            <a:r>
              <a:t>消息，所以真正的监视过滤，例如只带有 Error 的行。</a:t>
            </a:r>
            <a:br/>
            <a:br/>
            <a:r>
              <a:t>点击。它的输入。模型写入程序的输入，就像在它的键盘上打字一样：这里</a:t>
            </a:r>
            <a:br/>
            <a:r>
              <a:t>y 和 Enter，回答一个是或否问题，它返回程序接下来打印的任何内容。</a:t>
            </a:r>
            <a:br/>
            <a:r>
              <a:t>Python 会话或调试器以同样的方式工作，并在写入之间保持其状态。框架</a:t>
            </a:r>
            <a:br/>
            <a:r>
              <a:t>必须在一个终端中启动程序。它也是一个风险：无论一个提示在询问什么</a:t>
            </a:r>
            <a:br/>
            <a:r>
              <a:t>人，模型现在可以回答。</a:t>
            </a:r>
            <a:br/>
            <a:br/>
            <a:r>
              <a:t>点击。它的端口。一个服务器监听端口，这里 5173。模型不需要特殊工具</a:t>
            </a:r>
            <a:br/>
            <a:r>
              <a:t>来做到这一点：它像任何其他命令一样运行 curl，curl 发送请求，响应</a:t>
            </a:r>
            <a:br/>
            <a:r>
              <a:t>作为 curl 的输出返回。浏览器是另一种方式，在第三部分。</a:t>
            </a:r>
            <a:br/>
            <a:br/>
            <a:r>
              <a:t>点击。停止。模型询问框架停止 task 7，框架停止它。如果模型忘记，</a:t>
            </a:r>
            <a:br/>
            <a:r>
              <a:t>框架在默认十分钟后停止后台命令。模型可以要求最多两个小时。</a:t>
            </a:r>
            <a:br/>
            <a:br/>
            <a:r>
              <a:t>这就是 shell：它在你的计算机上运行，它花费返回的任何输出的成本，</a:t>
            </a:r>
            <a:br/>
            <a:r>
              <a:t>框架决定等待多长时间以及模型如何到达运行中的进程。接下来：其他人</a:t>
            </a:r>
            <a:br/>
            <a:r>
              <a:t>写的工具。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讲解：休息前大约 13 分钟，休息后 10 分钟。</a:t>
            </a:r>
            <a:br/>
            <a:br/>
            <a:r>
              <a:t>第二部分。MCP 是框架如何获得其他人编写和运行的 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这里关于 MCP 的一切。框架有一个它给模型的工具列表：shell，读取文件，</a:t>
            </a:r>
            <a:br/>
            <a:r>
              <a:t>编辑文件。这些是写入框架的。</a:t>
            </a:r>
            <a:br/>
            <a:br/>
            <a:r>
              <a:t>点击。一个 MCP 服务器是另一个有自己工具的程序。GitHub 的服务器有</a:t>
            </a:r>
            <a:br/>
            <a:r>
              <a:t>list_issues、add_issue_comment 等等。框架连接到它，询问它的工具，并</a:t>
            </a:r>
            <a:br/>
            <a:r>
              <a:t>将它们添加到列表中。</a:t>
            </a:r>
            <a:br/>
            <a:br/>
            <a:r>
              <a:t>点击。模型看到一个列表。它无法分辨哪些工具来自框架，哪些来自 MCP，</a:t>
            </a:r>
            <a:br/>
            <a:r>
              <a:t>它也不需要。当它调用 list_issues 时，框架将调用传递给 GitHub 的</a:t>
            </a:r>
            <a:br/>
            <a:r>
              <a:t>服务器。</a:t>
            </a:r>
            <a:br/>
            <a:br/>
            <a:r>
              <a:t>所以 MCP 不是一个模型，不是一个框架。它是框架插入更多工具的标准方式。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这里关于 MCP 的一切。框架有一个它给模型的工具列表：shell，读取文件，</a:t>
            </a:r>
            <a:br/>
            <a:r>
              <a:t>编辑文件。这些是写入框架的。</a:t>
            </a:r>
            <a:br/>
            <a:br/>
            <a:r>
              <a:t>点击。一个 MCP 服务器是另一个有自己工具的程序。GitHub 的服务器有</a:t>
            </a:r>
            <a:br/>
            <a:r>
              <a:t>list_issues、add_issue_comment 等等。框架连接到它，询问它的工具，并</a:t>
            </a:r>
            <a:br/>
            <a:r>
              <a:t>将它们添加到列表中。</a:t>
            </a:r>
            <a:br/>
            <a:br/>
            <a:r>
              <a:t>点击。模型看到一个列表。它无法分辨哪些工具来自框架，哪些来自 MCP，</a:t>
            </a:r>
            <a:br/>
            <a:r>
              <a:t>它也不需要。当它调用 list_issues 时，框架将调用传递给 GitHub 的</a:t>
            </a:r>
            <a:br/>
            <a:r>
              <a:t>服务器。</a:t>
            </a:r>
            <a:br/>
            <a:br/>
            <a:r>
              <a:t>所以 MCP 不是一个模型，不是一个框架。它是框架插入更多工具的标准方式。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这里关于 MCP 的一切。框架有一个它给模型的工具列表：shell，读取文件，</a:t>
            </a:r>
            <a:br/>
            <a:r>
              <a:t>编辑文件。这些是写入框架的。</a:t>
            </a:r>
            <a:br/>
            <a:br/>
            <a:r>
              <a:t>点击。一个 MCP 服务器是另一个有自己工具的程序。GitHub 的服务器有</a:t>
            </a:r>
            <a:br/>
            <a:r>
              <a:t>list_issues、add_issue_comment 等等。框架连接到它，询问它的工具，并</a:t>
            </a:r>
            <a:br/>
            <a:r>
              <a:t>将它们添加到列表中。</a:t>
            </a:r>
            <a:br/>
            <a:br/>
            <a:r>
              <a:t>点击。模型看到一个列表。它无法分辨哪些工具来自框架，哪些来自 MCP，</a:t>
            </a:r>
            <a:br/>
            <a:r>
              <a:t>它也不需要。当它调用 list_issues 时，框架将调用传递给 GitHub 的</a:t>
            </a:r>
            <a:br/>
            <a:r>
              <a:t>服务器。</a:t>
            </a:r>
            <a:br/>
            <a:br/>
            <a:r>
              <a:t>所以 MCP 不是一个模型，不是一个框架。它是框架插入更多工具的标准方式。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</a:t>
            </a:r>
            <a:br/>
            <a:br/>
            <a:r>
              <a:t>为什么不让每个框架自己调用 GitHub 的 API？它可以。但必须有人写那个</a:t>
            </a:r>
            <a:br/>
            <a:r>
              <a:t>代码，并保持它工作。</a:t>
            </a:r>
            <a:br/>
            <a:br/>
            <a:r>
              <a:t>没有标准，Codex 写一个 GitHub 集成，Claude Code 写另一个，ChatGPT</a:t>
            </a:r>
            <a:br/>
            <a:r>
              <a:t>第三个，Slack、Postgres 和其他所有东西也一样。四个和四个的十六个</a:t>
            </a:r>
            <a:br/>
            <a:r>
              <a:t>集成，每个略有不同，每个等待那个框架的下一个版本。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1 分钟。</a:t>
            </a:r>
            <a:br/>
            <a:br/>
            <a:r>
              <a:t>有了 MCP，每个框架学习 MCP 一次，每个服务写一个服务器。四加四。</a:t>
            </a:r>
            <a:br/>
            <a:br/>
            <a:r>
              <a:t>GitHub 最知道它自己的 API，所以 GitHub 写服务器。当 GitHub 添加一个</a:t>
            </a:r>
            <a:br/>
            <a:r>
              <a:t>功能时，它向它的服务器添加一个工具，每个框架在下次连接时看到它。</a:t>
            </a:r>
            <a:br/>
            <a:r>
              <a:t>没有人等待框架版本。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这里关于 MCP 的一切，以 GitHub 的服务器为例。三条车道：模型、框架</a:t>
            </a:r>
            <a:br/>
            <a:r>
              <a:t>和服务器。</a:t>
            </a:r>
            <a:br/>
            <a:br/>
            <a:r>
              <a:t>一。当框架启动时，它询问服务器：你有什么工具？服务器用一个列表回答：</a:t>
            </a:r>
            <a:br/>
            <a:r>
              <a:t>list_issues、add_issue_comment，等等，每个有一个短描述和它需要的输入。</a:t>
            </a:r>
            <a:br/>
            <a:br/>
            <a:r>
              <a:t>点击。二。框架将这些工具放入模型的工具列表中，在它自己的工具如 shell</a:t>
            </a:r>
            <a:br/>
            <a:r>
              <a:t>旁边。从模型的侧面，一个 MCP 工具看起来与任何其他工具完全一样。注意</a:t>
            </a:r>
            <a:br/>
            <a:r>
              <a:t>服务器写的描述现在逐字进入模型的提示。休息后我们回到这一点。</a:t>
            </a:r>
            <a:br/>
            <a:br/>
            <a:r>
              <a:t>点击。三。模型决定为 aider 仓库调用 list_issues。框架将其转换为第二个</a:t>
            </a:r>
            <a:br/>
            <a:r>
              <a:t>调用：用这些参数运行 list_issues。服务器做工作，可能调用 GitHub 自己</a:t>
            </a:r>
            <a:br/>
            <a:r>
              <a:t>的 API，并发送回结果，作为文本返回给模型。</a:t>
            </a:r>
            <a:br/>
            <a:br/>
            <a:r>
              <a:t>就是这样。两个调用：列出工具，调用一个。模型从不直接与服务器对话。</a:t>
            </a:r>
            <a:br/>
            <a:r>
              <a:t>框架总是在中间，这就是 L11 中批准坐的地方。</a:t>
            </a:r>
            <a:br/>
            <a:br/>
            <a:r>
              <a:t>接下来：那个工具列表实际包含什么。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这里关于 MCP 的一切，以 GitHub 的服务器为例。三条车道：模型、框架</a:t>
            </a:r>
            <a:br/>
            <a:r>
              <a:t>和服务器。</a:t>
            </a:r>
            <a:br/>
            <a:br/>
            <a:r>
              <a:t>一。当框架启动时，它询问服务器：你有什么工具？服务器用一个列表回答：</a:t>
            </a:r>
            <a:br/>
            <a:r>
              <a:t>list_issues、add_issue_comment，等等，每个有一个短描述和它需要的输入。</a:t>
            </a:r>
            <a:br/>
            <a:br/>
            <a:r>
              <a:t>点击。二。框架将这些工具放入模型的工具列表中，在它自己的工具如 shell</a:t>
            </a:r>
            <a:br/>
            <a:r>
              <a:t>旁边。从模型的侧面，一个 MCP 工具看起来与任何其他工具完全一样。注意</a:t>
            </a:r>
            <a:br/>
            <a:r>
              <a:t>服务器写的描述现在逐字进入模型的提示。休息后我们回到这一点。</a:t>
            </a:r>
            <a:br/>
            <a:br/>
            <a:r>
              <a:t>点击。三。模型决定为 aider 仓库调用 list_issues。框架将其转换为第二个</a:t>
            </a:r>
            <a:br/>
            <a:r>
              <a:t>调用：用这些参数运行 list_issues。服务器做工作，可能调用 GitHub 自己</a:t>
            </a:r>
            <a:br/>
            <a:r>
              <a:t>的 API，并发送回结果，作为文本返回给模型。</a:t>
            </a:r>
            <a:br/>
            <a:br/>
            <a:r>
              <a:t>就是这样。两个调用：列出工具，调用一个。模型从不直接与服务器对话。</a:t>
            </a:r>
            <a:br/>
            <a:r>
              <a:t>框架总是在中间，这就是 L11 中批准坐的地方。</a:t>
            </a:r>
            <a:br/>
            <a:br/>
            <a:r>
              <a:t>接下来：那个工具列表实际包含什么。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这里关于 MCP 的一切，以 GitHub 的服务器为例。三条车道：模型、框架</a:t>
            </a:r>
            <a:br/>
            <a:r>
              <a:t>和服务器。</a:t>
            </a:r>
            <a:br/>
            <a:br/>
            <a:r>
              <a:t>一。当框架启动时，它询问服务器：你有什么工具？服务器用一个列表回答：</a:t>
            </a:r>
            <a:br/>
            <a:r>
              <a:t>list_issues、add_issue_comment，等等，每个有一个短描述和它需要的输入。</a:t>
            </a:r>
            <a:br/>
            <a:br/>
            <a:r>
              <a:t>点击。二。框架将这些工具放入模型的工具列表中，在它自己的工具如 shell</a:t>
            </a:r>
            <a:br/>
            <a:r>
              <a:t>旁边。从模型的侧面，一个 MCP 工具看起来与任何其他工具完全一样。注意</a:t>
            </a:r>
            <a:br/>
            <a:r>
              <a:t>服务器写的描述现在逐字进入模型的提示。休息后我们回到这一点。</a:t>
            </a:r>
            <a:br/>
            <a:br/>
            <a:r>
              <a:t>点击。三。模型决定为 aider 仓库调用 list_issues。框架将其转换为第二个</a:t>
            </a:r>
            <a:br/>
            <a:r>
              <a:t>调用：用这些参数运行 list_issues。服务器做工作，可能调用 GitHub 自己</a:t>
            </a:r>
            <a:br/>
            <a:r>
              <a:t>的 API，并发送回结果，作为文本返回给模型。</a:t>
            </a:r>
            <a:br/>
            <a:br/>
            <a:r>
              <a:t>就是这样。两个调用：列出工具，调用一个。模型从不直接与服务器对话。</a:t>
            </a:r>
            <a:br/>
            <a:r>
              <a:t>框架总是在中间，这就是 L11 中批准坐的地方。</a:t>
            </a:r>
            <a:br/>
            <a:br/>
            <a:r>
              <a:t>接下来：那个工具列表实际包含什么。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当一个工具在 GitHub 的服务器中列出时，这是它是什么样子。真实的，</a:t>
            </a:r>
            <a:br/>
            <a:r>
              <a:t>来自服务器的源，修剪。</a:t>
            </a:r>
            <a:br/>
            <a:br/>
            <a:r>
              <a:t>一个名称，模型调用它。</a:t>
            </a:r>
            <a:br/>
            <a:br/>
            <a:r>
              <a:t>一个描述，用 plain English。这是唯一告诉模型何时使用工具的东西，</a:t>
            </a:r>
            <a:br/>
            <a:r>
              <a:t>所以它是一个提示，由 GitHub 编写。</a:t>
            </a:r>
            <a:br/>
            <a:br/>
            <a:r>
              <a:t>一个输入模式：参数，它们的类型，每个的短描述，以及哪些是必需的。</a:t>
            </a:r>
            <a:br/>
            <a:r>
              <a:t>Owner 和 repo 是必需的，state 是可选的。模型在调用工具时填写这些，</a:t>
            </a:r>
            <a:br/>
            <a:r>
              <a:t>框架可以在发送任何东西之前检查它们。</a:t>
            </a:r>
            <a:br/>
            <a:br/>
            <a:r>
              <a:t>以及一个注释，说工具只读取。框架可以使用它来跳过询问你批准，尽管</a:t>
            </a:r>
            <a:br/>
            <a:r>
              <a:t>规范说只信任来自你信任的服务器的注释。</a:t>
            </a:r>
            <a:br/>
            <a:br/>
            <a:r>
              <a:t>框架将所有这些复制到模型的工具列表中，与它自己的工具格式相同。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 MCP 服务器实际运行在哪里？两个地方，图片是重点。</a:t>
            </a:r>
            <a:br/>
            <a:br/>
            <a:r>
              <a:t>你的计算机，用框架在上面。</a:t>
            </a:r>
            <a:br/>
            <a:br/>
            <a:r>
              <a:t>点击。一个本地服务器只是一个程序。当框架启动时，它也启动服务器，</a:t>
            </a:r>
            <a:br/>
            <a:r>
              <a:t>在你的计算机上，它们通过程序的输入和输出对话。Playwright 的浏览器</a:t>
            </a:r>
            <a:br/>
            <a:r>
              <a:t>服务器以这种方式工作，Excalidraw 服务器绘制这些图表也是。它作为你</a:t>
            </a:r>
            <a:br/>
            <a:r>
              <a:t>运行，用你的文件。</a:t>
            </a:r>
            <a:br/>
            <a:br/>
            <a:r>
              <a:t>点击。一个远程服务器在其他人的机器上运行。GitHub 的官方服务器是</a:t>
            </a:r>
            <a:br/>
            <a:r>
              <a:t>一个：框架通过 HTTPS 连接到它，像任何 web API，GitHub 运行它。没有</a:t>
            </a:r>
            <a:br/>
            <a:r>
              <a:t>任何东西可安装，你的登录去 GitHub，不是框架。</a:t>
            </a:r>
            <a:br/>
            <a:br/>
            <a:r>
              <a:t>无论哪种方式，框架都在中间，模型只看到工具。</a:t>
            </a:r>
            <a:br/>
            <a:br/>
            <a:r>
              <a:t>接下来：框架如何实际发送服务器一个调用。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 MCP 服务器实际运行在哪里？两个地方，图片是重点。</a:t>
            </a:r>
            <a:br/>
            <a:br/>
            <a:r>
              <a:t>你的计算机，用框架在上面。</a:t>
            </a:r>
            <a:br/>
            <a:br/>
            <a:r>
              <a:t>点击。一个本地服务器只是一个程序。当框架启动时，它也启动服务器，</a:t>
            </a:r>
            <a:br/>
            <a:r>
              <a:t>在你的计算机上，它们通过程序的输入和输出对话。Playwright 的浏览器</a:t>
            </a:r>
            <a:br/>
            <a:r>
              <a:t>服务器以这种方式工作，Excalidraw 服务器绘制这些图表也是。它作为你</a:t>
            </a:r>
            <a:br/>
            <a:r>
              <a:t>运行，用你的文件。</a:t>
            </a:r>
            <a:br/>
            <a:br/>
            <a:r>
              <a:t>点击。一个远程服务器在其他人的机器上运行。GitHub 的官方服务器是</a:t>
            </a:r>
            <a:br/>
            <a:r>
              <a:t>一个：框架通过 HTTPS 连接到它，像任何 web API，GitHub 运行它。没有</a:t>
            </a:r>
            <a:br/>
            <a:r>
              <a:t>任何东西可安装，你的登录去 GitHub，不是框架。</a:t>
            </a:r>
            <a:br/>
            <a:br/>
            <a:r>
              <a:t>无论哪种方式，框架都在中间，模型只看到工具。</a:t>
            </a:r>
            <a:br/>
            <a:br/>
            <a:r>
              <a:t>接下来：框架如何实际发送服务器一个调用。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一个 MCP 服务器实际运行在哪里？两个地方，图片是重点。</a:t>
            </a:r>
            <a:br/>
            <a:br/>
            <a:r>
              <a:t>你的计算机，用框架在上面。</a:t>
            </a:r>
            <a:br/>
            <a:br/>
            <a:r>
              <a:t>点击。一个本地服务器只是一个程序。当框架启动时，它也启动服务器，</a:t>
            </a:r>
            <a:br/>
            <a:r>
              <a:t>在你的计算机上，它们通过程序的输入和输出对话。Playwright 的浏览器</a:t>
            </a:r>
            <a:br/>
            <a:r>
              <a:t>服务器以这种方式工作，Excalidraw 服务器绘制这些图表也是。它作为你</a:t>
            </a:r>
            <a:br/>
            <a:r>
              <a:t>运行，用你的文件。</a:t>
            </a:r>
            <a:br/>
            <a:br/>
            <a:r>
              <a:t>点击。一个远程服务器在其他人的机器上运行。GitHub 的官方服务器是</a:t>
            </a:r>
            <a:br/>
            <a:r>
              <a:t>一个：框架通过 HTTPS 连接到它，像任何 web API，GitHub 运行它。没有</a:t>
            </a:r>
            <a:br/>
            <a:r>
              <a:t>任何东西可安装，你的登录去 GitHub，不是框架。</a:t>
            </a:r>
            <a:br/>
            <a:br/>
            <a:r>
              <a:t>无论哪种方式，框架都在中间，模型只看到工具。</a:t>
            </a:r>
            <a:br/>
            <a:br/>
            <a:r>
              <a:t>接下来：框架如何实际发送服务器一个调用。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所以框架如何实际向 MCP 服务器发送命令？它不像听起来那么神奇。</a:t>
            </a:r>
            <a:br/>
            <a:br/>
            <a:r>
              <a:t>对于一个本地服务器，框架自己启动了程序，所以它持有程序的输入和输出，</a:t>
            </a:r>
            <a:br/>
            <a:r>
              <a:t>shell 使用的同样的管道。调用一个工具，它向程序的输入写入一行 JSON：</a:t>
            </a:r>
            <a:br/>
            <a:r>
              <a:t>调用 list_issues，用这些参数。服务器做工作并向后打印一行 JSON。id，3，</a:t>
            </a:r>
            <a:br/>
            <a:r>
              <a:t>匹配答案到问题。</a:t>
            </a:r>
            <a:br/>
            <a:br/>
            <a:r>
              <a:t>对于一个远程服务器，像 GitHub 的，它是同样的 JSON，通过 HTTPS 请求</a:t>
            </a:r>
            <a:br/>
            <a:r>
              <a:t>发送而不是管道。</a:t>
            </a:r>
            <a:br/>
            <a:br/>
            <a:r>
              <a:t>答案的 content 是框架作为工具结果传递给模型的内容。这里，一个问题</a:t>
            </a:r>
            <a:br/>
            <a:r>
              <a:t>列表作为文本。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工具调用是 MCP 使用的大部分，但服务器可以做四个更多有用的事情。</a:t>
            </a:r>
            <a:br/>
            <a:br/>
            <a:r>
              <a:t>登录。需要你帐户的服务器自己处理登录。你点击通过一个普通登录页面</a:t>
            </a:r>
            <a:br/>
            <a:r>
              <a:t>一次，在 Codex 中是 codex mcp login，服务器保持 token。模型从不看到</a:t>
            </a:r>
            <a:br/>
            <a:r>
              <a:t>它，这在第四部分很重要。</a:t>
            </a:r>
            <a:br/>
            <a:br/>
            <a:r>
              <a:t>数据。除了工具，服务器可以提供资源：文件、记录和文档，框架可以拉入</a:t>
            </a:r>
            <a:br/>
            <a:r>
              <a:t>对话。</a:t>
            </a:r>
            <a:br/>
            <a:br/>
            <a:r>
              <a:t>问题。在调用中间，服务器可以停下来问你它需要的东西，比如你指的是</a:t>
            </a:r>
            <a:br/>
            <a:r>
              <a:t>哪个仓库，而不是猜测。</a:t>
            </a:r>
            <a:br/>
            <a:br/>
            <a:r>
              <a:t>更新。服务器可以告诉框架它的工具列表改变了，所以新工具出现，没有</a:t>
            </a:r>
            <a:br/>
            <a:r>
              <a:t>任何人更新框架。</a:t>
            </a:r>
            <a:br/>
            <a:br/>
            <a:r>
              <a:t>接下来：MCP 何时是正确的选择。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</a:t>
            </a:r>
            <a:br/>
            <a:br/>
            <a:r>
              <a:t>记住第三个选项：模型通过 shell 运行一个 CLI 如 gh。</a:t>
            </a:r>
            <a:br/>
            <a:br/>
            <a:r>
              <a:t>gh 通过 shell。模型在训练中看过 gh 和 git 成千上万次，所以它根本</a:t>
            </a:r>
            <a:br/>
            <a:r>
              <a:t>不需要定义。它像每个其他命令一样运行。它什么都不花费，直到它运行。</a:t>
            </a:r>
            <a:br/>
            <a:r>
              <a:t>但它需要 shell 和那台机器上的你的 GitHub 登录。</a:t>
            </a:r>
            <a:br/>
            <a:br/>
            <a:r>
              <a:t>MCP 服务器。类型化输入和输出。它在没有 shell 的应用程序中工作，像</a:t>
            </a:r>
            <a:br/>
            <a:r>
              <a:t>ChatGPT。它处理它自己的登录，所以模型从不看到你的 token。它的工具</a:t>
            </a:r>
            <a:br/>
            <a:r>
              <a:t>定义伴随每个请求，除非主机隐藏它们。</a:t>
            </a:r>
            <a:br/>
            <a:br/>
            <a:r>
              <a:t>对于有 shell 的框架，CLI 通常赢，构建这些工具的人这样说。Playwright，</a:t>
            </a:r>
            <a:br/>
            <a:r>
              <a:t>我们在第三部分使用，现在告诉编码工具使用它的 CLI 而不是它的 MCP 服务器，</a:t>
            </a:r>
            <a:br/>
            <a:r>
              <a:t>因为它更便宜。</a:t>
            </a:r>
            <a:br/>
            <a:br/>
            <a:r>
              <a:t>当没有 shell 时，当登录必须远离模型时，或者当没有 CLI 时，MCP 赢。</a:t>
            </a:r>
            <a:br/>
            <a:r>
              <a:t>接下来：那些定义实际花费多少。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模型可以调用的每个工具都有一个定义：它的名称，一个描述，和它的参数。</a:t>
            </a:r>
            <a:br/>
            <a:r>
              <a:t>通常所有它们都进入每个请求。按需加载发送更少。这里 Playwright 的</a:t>
            </a:r>
            <a:br/>
            <a:r>
              <a:t>MCP 服务器已连接，有 25 个工具。</a:t>
            </a:r>
            <a:br/>
            <a:br/>
            <a:r>
              <a:t>框架只发送名称：所有 25 个 94 个 token，加上它自己的一个工具 search。</a:t>
            </a:r>
            <a:br/>
            <a:br/>
            <a:r>
              <a:t>点击。模型想要点击一个按钮，所以它搜索 click。框架加载一个匹配的</a:t>
            </a:r>
            <a:br/>
            <a:r>
              <a:t>定义，browser_click 完整，257 个 token。</a:t>
            </a:r>
            <a:br/>
            <a:br/>
            <a:r>
              <a:t>点击。现在模型可以调用它。框架将调用传递给 Playwright 的服务器，用</a:t>
            </a:r>
            <a:br/>
            <a:r>
              <a:t>tools/call，与任何 MCP 调用一样，结果返回。</a:t>
            </a:r>
            <a:br/>
            <a:br/>
            <a:r>
              <a:t>点击。没有这个，所有 25 个定义，5,250 个 token，进入每个请求，每个</a:t>
            </a:r>
            <a:br/>
            <a:r>
              <a:t>回合，无论模型是否接触浏览器。</a:t>
            </a:r>
            <a:br/>
            <a:br/>
            <a:r>
              <a:t>它与 L10 中的技能同样的想法：名字先，需要时细节。Anthropic 测量了</a:t>
            </a:r>
            <a:br/>
            <a:r>
              <a:t>同样的移动在大约七万七千 token 的定义降到不到九。Codex 更进一步：它</a:t>
            </a:r>
            <a:br/>
            <a:r>
              <a:t>的 MCP 工具根本不在提示中，模型通过搜索代码中的列表找到它们。</a:t>
            </a:r>
            <a:br/>
            <a:br/>
            <a:r>
              <a:t>这就是 MCP：对服务器的两次调用，在每个请求中按 token 支付。接下来：</a:t>
            </a:r>
            <a:br/>
            <a:r>
              <a:t>到达最多的通道，浏览器。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模型可以调用的每个工具都有一个定义：它的名称，一个描述，和它的参数。</a:t>
            </a:r>
            <a:br/>
            <a:r>
              <a:t>通常所有它们都进入每个请求。按需加载发送更少。这里 Playwright 的</a:t>
            </a:r>
            <a:br/>
            <a:r>
              <a:t>MCP 服务器已连接，有 25 个工具。</a:t>
            </a:r>
            <a:br/>
            <a:br/>
            <a:r>
              <a:t>框架只发送名称：所有 25 个 94 个 token，加上它自己的一个工具 search。</a:t>
            </a:r>
            <a:br/>
            <a:br/>
            <a:r>
              <a:t>点击。模型想要点击一个按钮，所以它搜索 click。框架加载一个匹配的</a:t>
            </a:r>
            <a:br/>
            <a:r>
              <a:t>定义，browser_click 完整，257 个 token。</a:t>
            </a:r>
            <a:br/>
            <a:br/>
            <a:r>
              <a:t>点击。现在模型可以调用它。框架将调用传递给 Playwright 的服务器，用</a:t>
            </a:r>
            <a:br/>
            <a:r>
              <a:t>tools/call，与任何 MCP 调用一样，结果返回。</a:t>
            </a:r>
            <a:br/>
            <a:br/>
            <a:r>
              <a:t>点击。没有这个，所有 25 个定义，5,250 个 token，进入每个请求，每个</a:t>
            </a:r>
            <a:br/>
            <a:r>
              <a:t>回合，无论模型是否接触浏览器。</a:t>
            </a:r>
            <a:br/>
            <a:br/>
            <a:r>
              <a:t>它与 L10 中的技能同样的想法：名字先，需要时细节。Anthropic 测量了</a:t>
            </a:r>
            <a:br/>
            <a:r>
              <a:t>同样的移动在大约七万七千 token 的定义降到不到九。Codex 更进一步：它</a:t>
            </a:r>
            <a:br/>
            <a:r>
              <a:t>的 MCP 工具根本不在提示中，模型通过搜索代码中的列表找到它们。</a:t>
            </a:r>
            <a:br/>
            <a:br/>
            <a:r>
              <a:t>这就是 MCP：对服务器的两次调用，在每个请求中按 token 支付。接下来：</a:t>
            </a:r>
            <a:br/>
            <a:r>
              <a:t>到达最多的通道，浏览器。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模型可以调用的每个工具都有一个定义：它的名称，一个描述，和它的参数。</a:t>
            </a:r>
            <a:br/>
            <a:r>
              <a:t>通常所有它们都进入每个请求。按需加载发送更少。这里 Playwright 的</a:t>
            </a:r>
            <a:br/>
            <a:r>
              <a:t>MCP 服务器已连接，有 25 个工具。</a:t>
            </a:r>
            <a:br/>
            <a:br/>
            <a:r>
              <a:t>框架只发送名称：所有 25 个 94 个 token，加上它自己的一个工具 search。</a:t>
            </a:r>
            <a:br/>
            <a:br/>
            <a:r>
              <a:t>点击。模型想要点击一个按钮，所以它搜索 click。框架加载一个匹配的</a:t>
            </a:r>
            <a:br/>
            <a:r>
              <a:t>定义，browser_click 完整，257 个 token。</a:t>
            </a:r>
            <a:br/>
            <a:br/>
            <a:r>
              <a:t>点击。现在模型可以调用它。框架将调用传递给 Playwright 的服务器，用</a:t>
            </a:r>
            <a:br/>
            <a:r>
              <a:t>tools/call，与任何 MCP 调用一样，结果返回。</a:t>
            </a:r>
            <a:br/>
            <a:br/>
            <a:r>
              <a:t>点击。没有这个，所有 25 个定义，5,250 个 token，进入每个请求，每个</a:t>
            </a:r>
            <a:br/>
            <a:r>
              <a:t>回合，无论模型是否接触浏览器。</a:t>
            </a:r>
            <a:br/>
            <a:br/>
            <a:r>
              <a:t>它与 L10 中的技能同样的想法：名字先，需要时细节。Anthropic 测量了</a:t>
            </a:r>
            <a:br/>
            <a:r>
              <a:t>同样的移动在大约七万七千 token 的定义降到不到九。Codex 更进一步：它</a:t>
            </a:r>
            <a:br/>
            <a:r>
              <a:t>的 MCP 工具根本不在提示中，模型通过搜索代码中的列表找到它们。</a:t>
            </a:r>
            <a:br/>
            <a:br/>
            <a:r>
              <a:t>这就是 MCP：对服务器的两次调用，在每个请求中按 token 支付。接下来：</a:t>
            </a:r>
            <a:br/>
            <a:r>
              <a:t>到达最多的通道，浏览器。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模型可以调用的每个工具都有一个定义：它的名称，一个描述，和它的参数。</a:t>
            </a:r>
            <a:br/>
            <a:r>
              <a:t>通常所有它们都进入每个请求。按需加载发送更少。这里 Playwright 的</a:t>
            </a:r>
            <a:br/>
            <a:r>
              <a:t>MCP 服务器已连接，有 25 个工具。</a:t>
            </a:r>
            <a:br/>
            <a:br/>
            <a:r>
              <a:t>框架只发送名称：所有 25 个 94 个 token，加上它自己的一个工具 search。</a:t>
            </a:r>
            <a:br/>
            <a:br/>
            <a:r>
              <a:t>点击。模型想要点击一个按钮，所以它搜索 click。框架加载一个匹配的</a:t>
            </a:r>
            <a:br/>
            <a:r>
              <a:t>定义，browser_click 完整，257 个 token。</a:t>
            </a:r>
            <a:br/>
            <a:br/>
            <a:r>
              <a:t>点击。现在模型可以调用它。框架将调用传递给 Playwright 的服务器，用</a:t>
            </a:r>
            <a:br/>
            <a:r>
              <a:t>tools/call，与任何 MCP 调用一样，结果返回。</a:t>
            </a:r>
            <a:br/>
            <a:br/>
            <a:r>
              <a:t>点击。没有这个，所有 25 个定义，5,250 个 token，进入每个请求，每个</a:t>
            </a:r>
            <a:br/>
            <a:r>
              <a:t>回合，无论模型是否接触浏览器。</a:t>
            </a:r>
            <a:br/>
            <a:br/>
            <a:r>
              <a:t>它与 L10 中的技能同样的想法：名字先，需要时细节。Anthropic 测量了</a:t>
            </a:r>
            <a:br/>
            <a:r>
              <a:t>同样的移动在大约七万七千 token 的定义降到不到九。Codex 更进一步：它</a:t>
            </a:r>
            <a:br/>
            <a:r>
              <a:t>的 MCP 工具根本不在提示中，模型通过搜索代码中的列表找到它们。</a:t>
            </a:r>
            <a:br/>
            <a:br/>
            <a:r>
              <a:t>这就是 MCP：对服务器的两次调用，在每个请求中按 token 支付。接下来：</a:t>
            </a:r>
            <a:br/>
            <a:r>
              <a:t>到达最多的通道，浏览器。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讲解：第三部分大约 15 分钟。</a:t>
            </a:r>
            <a:br/>
            <a:br/>
            <a:r>
              <a:t>为什么框架需要浏览器？检查一个它刚刚构建的 web 页面，读取只有</a:t>
            </a:r>
            <a:br/>
            <a:r>
              <a:t>JavaScript 才出现的页面，以及使用没有 API 的 web 应用程序。这里的</a:t>
            </a:r>
            <a:br/>
            <a:r>
              <a:t>每一个捕获都是 Playwright 的 MCP 服务器在 10 月 7 日驱动 Aider 文档</a:t>
            </a:r>
            <a:br/>
            <a:r>
              <a:t>上的真实浏览器。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</a:t>
            </a:r>
            <a:br/>
            <a:br/>
            <a:r>
              <a:t>一个页面，模型可以看它的三种方式。所有三个是同一个页面的真实输出。</a:t>
            </a:r>
            <a:br/>
            <a:br/>
            <a:r>
              <a:t>屏幕截图。模型将它作为图像读取，所以它看到你看到的：布局、颜色、</a:t>
            </a:r>
            <a:br/>
            <a:r>
              <a:t>什么重叠什么。</a:t>
            </a:r>
            <a:br/>
            <a:br/>
            <a:r>
              <a:t>可访问性树，浏览器为屏幕阅读器构建的结构。每个元素用它的角色和名称，</a:t>
            </a:r>
            <a:br/>
            <a:r>
              <a:t>以及一个短句柄如 e13，模型可以用来行动。完全没有像素。</a:t>
            </a:r>
            <a:br/>
            <a:br/>
            <a:r>
              <a:t>DOM，通过模型编写和框架在页面中运行的 JavaScript。这从菜单中拉出四</a:t>
            </a:r>
            <a:br/>
            <a:r>
              <a:t>个链接，你在屏幕截图中看不到它们，因为那个菜单是折叠的。DOM 有一切，</a:t>
            </a:r>
            <a:br/>
            <a:r>
              <a:t>隐藏部分包括在内。</a:t>
            </a:r>
            <a:br/>
            <a:br/>
            <a:r>
              <a:t>真实的框架混合它们。Chrome 中的 Claude 读取树并采取屏幕截图。接下来：</a:t>
            </a:r>
            <a:br/>
            <a:r>
              <a:t>它如何行动在它看到的之上。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一次点击， exactly as it happened。</a:t>
            </a:r>
            <a:br/>
            <a:br/>
            <a:r>
              <a:t>树给 Installation 链接一个句柄，e13。在右边，页面。</a:t>
            </a:r>
            <a:br/>
            <a:br/>
            <a:r>
              <a:t>点击。模型调用 browser_click 用两个东西。target 是句柄。element 是</a:t>
            </a:r>
            <a:br/>
            <a:r>
              <a:t>plain-English 描述，它是如果有人被要求批准点击时他们看到的内容。模型</a:t>
            </a:r>
            <a:br/>
            <a:r>
              <a:t>写两者，所以那个描述是模型关于 e13 是什么的主张。</a:t>
            </a:r>
            <a:br/>
            <a:br/>
            <a:r>
              <a:t>点击。回复显示真正发生了什么。它没有点击一个像素。它找到名为 Main 的</a:t>
            </a:r>
            <a:br/>
            <a:r>
              <a:t>导航，然后名为 Installation 的链接，并点击那个。在右边，它登陆的页面。</a:t>
            </a:r>
            <a:br/>
            <a:br/>
            <a:r>
              <a:t>另一种点击方式是通过屏幕坐标，这是计算机使用做的。它适用于任何应用，</a:t>
            </a:r>
            <a:br/>
            <a:r>
              <a:t>当布局移动时它会点击错误的东西。句柄只在页面改变之前有效，然后模型</a:t>
            </a:r>
            <a:br/>
            <a:r>
              <a:t>再次查看。</a:t>
            </a:r>
            <a:br/>
            <a:br/>
            <a:r>
              <a:t>那么哪种看的方式更便宜？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一次点击， exactly as it happened。</a:t>
            </a:r>
            <a:br/>
            <a:br/>
            <a:r>
              <a:t>树给 Installation 链接一个句柄，e13。在右边，页面。</a:t>
            </a:r>
            <a:br/>
            <a:br/>
            <a:r>
              <a:t>点击。模型调用 browser_click 用两个东西。target 是句柄。element 是</a:t>
            </a:r>
            <a:br/>
            <a:r>
              <a:t>plain-English 描述，它是如果有人被要求批准点击时他们看到的内容。模型</a:t>
            </a:r>
            <a:br/>
            <a:r>
              <a:t>写两者，所以那个描述是模型关于 e13 是什么的主张。</a:t>
            </a:r>
            <a:br/>
            <a:br/>
            <a:r>
              <a:t>点击。回复显示真正发生了什么。它没有点击一个像素。它找到名为 Main 的</a:t>
            </a:r>
            <a:br/>
            <a:r>
              <a:t>导航，然后名为 Installation 的链接，并点击那个。在右边，它登陆的页面。</a:t>
            </a:r>
            <a:br/>
            <a:br/>
            <a:r>
              <a:t>另一种点击方式是通过屏幕坐标，这是计算机使用做的。它适用于任何应用，</a:t>
            </a:r>
            <a:br/>
            <a:r>
              <a:t>当布局移动时它会点击错误的东西。句柄只在页面改变之前有效，然后模型</a:t>
            </a:r>
            <a:br/>
            <a:r>
              <a:t>再次查看。</a:t>
            </a:r>
            <a:br/>
            <a:br/>
            <a:r>
              <a:t>那么哪种看的方式更便宜？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一次点击， exactly as it happened。</a:t>
            </a:r>
            <a:br/>
            <a:br/>
            <a:r>
              <a:t>树给 Installation 链接一个句柄，e13。在右边，页面。</a:t>
            </a:r>
            <a:br/>
            <a:br/>
            <a:r>
              <a:t>点击。模型调用 browser_click 用两个东西。target 是句柄。element 是</a:t>
            </a:r>
            <a:br/>
            <a:r>
              <a:t>plain-English 描述，它是如果有人被要求批准点击时他们看到的内容。模型</a:t>
            </a:r>
            <a:br/>
            <a:r>
              <a:t>写两者，所以那个描述是模型关于 e13 是什么的主张。</a:t>
            </a:r>
            <a:br/>
            <a:br/>
            <a:r>
              <a:t>点击。回复显示真正发生了什么。它没有点击一个像素。它找到名为 Main 的</a:t>
            </a:r>
            <a:br/>
            <a:r>
              <a:t>导航，然后名为 Installation 的链接，并点击那个。在右边，它登陆的页面。</a:t>
            </a:r>
            <a:br/>
            <a:br/>
            <a:r>
              <a:t>另一种点击方式是通过屏幕坐标，这是计算机使用做的。它适用于任何应用，</a:t>
            </a:r>
            <a:br/>
            <a:r>
              <a:t>当布局移动时它会点击错误的东西。句柄只在页面改变之前有效，然后模型</a:t>
            </a:r>
            <a:br/>
            <a:r>
              <a:t>再次查看。</a:t>
            </a:r>
            <a:br/>
            <a:br/>
            <a:r>
              <a:t>那么哪种看的方式更便宜？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你用 Playwright 看到的一切，其他浏览器工具也以同样的方式工作，包括</a:t>
            </a:r>
            <a:br/>
            <a:r>
              <a:t>Chrome 中的 Claude。</a:t>
            </a:r>
            <a:br/>
            <a:br/>
            <a:r>
              <a:t>Chrome 中的 Claude 是让你驱动你已经使用的 Chrome 的扩展。当你将它</a:t>
            </a:r>
            <a:br/>
            <a:r>
              <a:t>连接到 Claude Code 时，它的工具通过 MCP 到达，像任何其他服务器一样。</a:t>
            </a:r>
            <a:br/>
            <a:r>
              <a:t>我读取了它们的定义用于这张幻灯片。</a:t>
            </a:r>
            <a:br/>
            <a:br/>
            <a:r>
              <a:t>逐行读。这里的每一个都有屏幕截图。每一个都有可访问性树：Playwright</a:t>
            </a:r>
            <a:br/>
            <a:r>
              <a:t>称它为快照，Chrome DevTools 也是快照，Chrome 中的 Claude 称它为</a:t>
            </a:r>
            <a:br/>
            <a:r>
              <a:t>read_page。每一个都可以在页面中运行 JavaScript 来到达 DOM。每一个</a:t>
            </a:r>
            <a:br/>
            <a:r>
              <a:t>都通过树中的引用点击：Playwright 的 e13，DevTools 的 uid，Chrome 中</a:t>
            </a:r>
            <a:br/>
            <a:r>
              <a:t>Claude 的 ref_1。Chrome 中的 Claude 也可以通过屏幕坐标点击，</a:t>
            </a:r>
            <a:br/>
            <a:r>
              <a:t>computer-use 方式。</a:t>
            </a:r>
            <a:br/>
            <a:br/>
            <a:r>
              <a:t>名称不同。想法是同样的三个视图和同样的点击。在任何上面学一次，你</a:t>
            </a:r>
            <a:br/>
            <a:r>
              <a:t>可以阅读其余部分。</a:t>
            </a:r>
            <a:br/>
            <a:br/>
            <a:r>
              <a:t>它们之间的真正差异不是工具。它是它们驱动谁的浏览器，这在两张幻灯片</a:t>
            </a:r>
            <a:br/>
            <a:r>
              <a:t>后。首先，成本。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通常声称树是便宜选项，屏幕截图是昂贵的。在这个页面上，反过来。</a:t>
            </a:r>
            <a:br/>
            <a:br/>
            <a:r>
              <a:t>屏幕截图：大约一千二百 token。Anthropic 用小块像素计算图像，所以成本</a:t>
            </a:r>
            <a:br/>
            <a:r>
              <a:t>取决于图像大小，不是内容。</a:t>
            </a:r>
            <a:br/>
            <a:br/>
            <a:r>
              <a:t>树：大约六千八百，因为文档页面有数百个链接，每一个是一行。</a:t>
            </a:r>
            <a:br/>
            <a:br/>
            <a:r>
              <a:t>哪个工作更好？取决于页面。2024 年的一项研究发现，屏幕截图在视觉</a:t>
            </a:r>
            <a:br/>
            <a:r>
              <a:t>网站如 Booking 和 Google Flights 上领先很多，在文本繁重的页面上大致</a:t>
            </a:r>
            <a:br/>
            <a:r>
              <a:t>相等。所以在你的框架实际使用的页面上测量。</a:t>
            </a:r>
            <a:br/>
            <a:br/>
            <a:r>
              <a:t>浏览器的最后一个问题：它能到达什么？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框架的浏览器来自哪里决定它能到达什么。</a:t>
            </a:r>
            <a:br/>
            <a:br/>
            <a:r>
              <a:t>一个 fresh 浏览器。Playwright、Google 的 DevTools 服务器和 Selenium</a:t>
            </a:r>
            <a:br/>
            <a:r>
              <a:t>创建者的 Vibium 各自启动自己的浏览器，没有登录。这是检查你刚刚构建</a:t>
            </a:r>
            <a:br/>
            <a:r>
              <a:t>的页面的正确工具。</a:t>
            </a:r>
            <a:br/>
            <a:br/>
            <a:r>
              <a:t>点击。你自己的 Chrome。Chrome 中的 Claude 住在你已经使用的浏览器中，</a:t>
            </a:r>
            <a:br/>
            <a:r>
              <a:t>所以它登录到你是的一切：电子邮件、GitHub、Canvas、你的银行。那是它</a:t>
            </a:r>
            <a:br/>
            <a:r>
              <a:t>的重点，以及风险。</a:t>
            </a:r>
            <a:br/>
            <a:br/>
            <a:r>
              <a:t>点击。你的整个屏幕。计算机使用根本不是浏览器工具。它看到屏幕并移动</a:t>
            </a:r>
            <a:br/>
            <a:r>
              <a:t>鼠标，所以它到达你打开的每个应用程序。</a:t>
            </a:r>
            <a:br/>
            <a:br/>
            <a:r>
              <a:t>它越能到达，它读取什么越重要，这是第四部分。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框架的浏览器来自哪里决定它能到达什么。</a:t>
            </a:r>
            <a:br/>
            <a:br/>
            <a:r>
              <a:t>一个 fresh 浏览器。Playwright、Google 的 DevTools 服务器和 Selenium</a:t>
            </a:r>
            <a:br/>
            <a:r>
              <a:t>创建者的 Vibium 各自启动自己的浏览器，没有登录。这是检查你刚刚构建</a:t>
            </a:r>
            <a:br/>
            <a:r>
              <a:t>的页面的正确工具。</a:t>
            </a:r>
            <a:br/>
            <a:br/>
            <a:r>
              <a:t>点击。你自己的 Chrome。Chrome 中的 Claude 住在你已经使用的浏览器中，</a:t>
            </a:r>
            <a:br/>
            <a:r>
              <a:t>所以它登录到你是的一切：电子邮件、GitHub、Canvas、你的银行。那是它</a:t>
            </a:r>
            <a:br/>
            <a:r>
              <a:t>的重点，以及风险。</a:t>
            </a:r>
            <a:br/>
            <a:br/>
            <a:r>
              <a:t>点击。你的整个屏幕。计算机使用根本不是浏览器工具。它看到屏幕并移动</a:t>
            </a:r>
            <a:br/>
            <a:r>
              <a:t>鼠标，所以它到达你打开的每个应用程序。</a:t>
            </a:r>
            <a:br/>
            <a:br/>
            <a:r>
              <a:t>它越能到达，它读取什么越重要，这是第四部分。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分钟。两次点击。</a:t>
            </a:r>
            <a:br/>
            <a:br/>
            <a:r>
              <a:t>框架的浏览器来自哪里决定它能到达什么。</a:t>
            </a:r>
            <a:br/>
            <a:br/>
            <a:r>
              <a:t>一个 fresh 浏览器。Playwright、Google 的 DevTools 服务器和 Selenium</a:t>
            </a:r>
            <a:br/>
            <a:r>
              <a:t>创建者的 Vibium 各自启动自己的浏览器，没有登录。这是检查你刚刚构建</a:t>
            </a:r>
            <a:br/>
            <a:r>
              <a:t>的页面的正确工具。</a:t>
            </a:r>
            <a:br/>
            <a:br/>
            <a:r>
              <a:t>点击。你自己的 Chrome。Chrome 中的 Claude 住在你已经使用的浏览器中，</a:t>
            </a:r>
            <a:br/>
            <a:r>
              <a:t>所以它登录到你是的一切：电子邮件、GitHub、Canvas、你的银行。那是它</a:t>
            </a:r>
            <a:br/>
            <a:r>
              <a:t>的重点，以及风险。</a:t>
            </a:r>
            <a:br/>
            <a:br/>
            <a:r>
              <a:t>点击。你的整个屏幕。计算机使用根本不是浏览器工具。它看到屏幕并移动</a:t>
            </a:r>
            <a:br/>
            <a:r>
              <a:t>鼠标，所以它到达你打开的每个应用程序。</a:t>
            </a:r>
            <a:br/>
            <a:br/>
            <a:r>
              <a:t>它越能到达，它读取什么越重要，这是第四部分。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讲解：第四部分大约 10 分钟。</a:t>
            </a:r>
            <a:br/>
            <a:br/>
            <a:r>
              <a:t>第四部分，以及主题的改变。前三部分是关于每个通道能做什么。这一个</a:t>
            </a:r>
            <a:br/>
            <a:r>
              <a:t>是关于所有三个中同时能出错什么。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</a:t>
            </a:r>
            <a:br/>
            <a:br/>
            <a:r>
              <a:t>首先是一个定义。提示注入是模型读取的文本，它跟随它，就像你写的。</a:t>
            </a:r>
            <a:br/>
            <a:br/>
            <a:r>
              <a:t>为什么它工作：模型得到你的请求、它的指令，以及它的工具带回的所有</a:t>
            </a:r>
            <a:br/>
            <a:r>
              <a:t>内容，全部作为一 流文本。那个流中没有任何东西说哪些词来自你，哪些</a:t>
            </a:r>
            <a:br/>
            <a:r>
              <a:t>来自 web 页面。所以隐藏在模型读取的内容中的指令可以看起来完全像你</a:t>
            </a:r>
            <a:br/>
            <a:r>
              <a:t>写的一个。</a:t>
            </a:r>
            <a:br/>
            <a:br/>
            <a:r>
              <a:t>以及今天每个通道都带来别人写的文本。通过 shell：README，或你克隆的</a:t>
            </a:r>
            <a:br/>
            <a:r>
              <a:t>仓库中的任何文件。通过 MCP：工具的描述，或工具获取的问题。通过</a:t>
            </a:r>
            <a:br/>
            <a:r>
              <a:t>浏览器：它访问的任何页面，包括你在屏幕上看不到的文本。</a:t>
            </a:r>
            <a:br/>
            <a:br/>
            <a:r>
              <a:t>首先，一个通过 MCP 的真实案例。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回到 MCP 在两个调用中的步骤二：服务器的工具描述逐字进入模型的提示。</a:t>
            </a:r>
            <a:br/>
            <a:br/>
            <a:r>
              <a:t>这个攻击在 2025 年 4 月发布。你安装的服务器有一个名为 add 的工具。</a:t>
            </a:r>
            <a:br/>
            <a:r>
              <a:t>它的描述说它添加两个数字，然后，在你从未看到的文本中，告诉模型读取</a:t>
            </a:r>
            <a:br/>
            <a:r>
              <a:t>你的 ssh 密钥并将它作为一个额外的参数传递。</a:t>
            </a:r>
            <a:br/>
            <a:br/>
            <a:r>
              <a:t>点击。框架用每个描述做什么：将它放在每个请求中。模型将其读作来自</a:t>
            </a:r>
            <a:br/>
            <a:r>
              <a:t>工具作者的指令。</a:t>
            </a:r>
            <a:br/>
            <a:br/>
            <a:r>
              <a:t>点击。模型用 2 和 3 调用 add，加上一个包含你的私钥的注释。你的批准</a:t>
            </a:r>
            <a:br/>
            <a:r>
              <a:t>提示可能只显示 add 2 3。服务器获取密钥。</a:t>
            </a:r>
            <a:br/>
            <a:br/>
            <a:r>
              <a:t>一个服务器可以在你安装的那天 honest，并在下周更改它的描述。</a:t>
            </a:r>
            <a:br/>
            <a:br/>
            <a:r>
              <a:t>所以一个 MCP 服务器到达它自己的代码能到达的任何东西，加上你的模型，</a:t>
            </a:r>
            <a:br/>
            <a:r>
              <a:t>通过它的文本。</a:t>
            </a:r>
            <a:br/>
            <a:br/>
            <a:r>
              <a:t>那么什么使注入 actually 危险？三个一起。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回到 MCP 在两个调用中的步骤二：服务器的工具描述逐字进入模型的提示。</a:t>
            </a:r>
            <a:br/>
            <a:br/>
            <a:r>
              <a:t>这个攻击在 2025 年 4 月发布。你安装的服务器有一个名为 add 的工具。</a:t>
            </a:r>
            <a:br/>
            <a:r>
              <a:t>它的描述说它添加两个数字，然后，在你从未看到的文本中，告诉模型读取</a:t>
            </a:r>
            <a:br/>
            <a:r>
              <a:t>你的 ssh 密钥并将它作为一个额外的参数传递。</a:t>
            </a:r>
            <a:br/>
            <a:br/>
            <a:r>
              <a:t>点击。框架用每个描述做什么：将它放在每个请求中。模型将其读作来自</a:t>
            </a:r>
            <a:br/>
            <a:r>
              <a:t>工具作者的指令。</a:t>
            </a:r>
            <a:br/>
            <a:br/>
            <a:r>
              <a:t>点击。模型用 2 和 3 调用 add，加上一个包含你的私钥的注释。你的批准</a:t>
            </a:r>
            <a:br/>
            <a:r>
              <a:t>提示可能只显示 add 2 3。服务器获取密钥。</a:t>
            </a:r>
            <a:br/>
            <a:br/>
            <a:r>
              <a:t>一个服务器可以在你安装的那天 honest，并在下周更改它的描述。</a:t>
            </a:r>
            <a:br/>
            <a:br/>
            <a:r>
              <a:t>所以一个 MCP 服务器到达它自己的代码能到达的任何东西，加上你的模型，</a:t>
            </a:r>
            <a:br/>
            <a:r>
              <a:t>通过它的文本。</a:t>
            </a:r>
            <a:br/>
            <a:br/>
            <a:r>
              <a:t>那么什么使注入 actually 危险？三个一起。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分钟。两次点击。</a:t>
            </a:r>
            <a:br/>
            <a:br/>
            <a:r>
              <a:t>回到 MCP 在两个调用中的步骤二：服务器的工具描述逐字进入模型的提示。</a:t>
            </a:r>
            <a:br/>
            <a:br/>
            <a:r>
              <a:t>这个攻击在 2025 年 4 月发布。你安装的服务器有一个名为 add 的工具。</a:t>
            </a:r>
            <a:br/>
            <a:r>
              <a:t>它的描述说它添加两个数字，然后，在你从未看到的文本中，告诉模型读取</a:t>
            </a:r>
            <a:br/>
            <a:r>
              <a:t>你的 ssh 密钥并将它作为一个额外的参数传递。</a:t>
            </a:r>
            <a:br/>
            <a:br/>
            <a:r>
              <a:t>点击。框架用每个描述做什么：将它放在每个请求中。模型将其读作来自</a:t>
            </a:r>
            <a:br/>
            <a:r>
              <a:t>工具作者的指令。</a:t>
            </a:r>
            <a:br/>
            <a:br/>
            <a:r>
              <a:t>点击。模型用 2 和 3 调用 add，加上一个包含你的私钥的注释。你的批准</a:t>
            </a:r>
            <a:br/>
            <a:r>
              <a:t>提示可能只显示 add 2 3。服务器获取密钥。</a:t>
            </a:r>
            <a:br/>
            <a:br/>
            <a:r>
              <a:t>一个服务器可以在你安装的那天 honest，并在下周更改它的描述。</a:t>
            </a:r>
            <a:br/>
            <a:br/>
            <a:r>
              <a:t>所以一个 MCP 服务器到达它自己的代码能到达的任何东西，加上你的模型，</a:t>
            </a:r>
            <a:br/>
            <a:r>
              <a:t>通过它的文本。</a:t>
            </a:r>
            <a:br/>
            <a:br/>
            <a:r>
              <a:t>那么什么使注入 actually 危险？三个一起。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Simon Willison 在 2025 年 6 月命名了这一点。</a:t>
            </a:r>
            <a:br/>
            <a:br/>
            <a:r>
              <a:t>一个可以读取你的私有数据的框架是好的。</a:t>
            </a:r>
            <a:br/>
            <a:br/>
            <a:r>
              <a:t>点击。一个读取不受信任的内容的框架，像任何一个人可以提交的 web 页面</a:t>
            </a:r>
            <a:br/>
            <a:r>
              <a:t>或问题，是好的。</a:t>
            </a:r>
            <a:br/>
            <a:br/>
            <a:r>
              <a:t>点击。一个可以发送数据出去的框架是好的。</a:t>
            </a:r>
            <a:br/>
            <a:br/>
            <a:r>
              <a:t>点击。一个拥有所有三个的框架可以被它读取的东西告诉，将你的数据发送</a:t>
            </a:r>
            <a:br/>
            <a:r>
              <a:t>到某处。那就是中毒的工具描述。带走任何一条腿，攻击失败。</a:t>
            </a:r>
            <a:br/>
            <a:br/>
            <a:r>
              <a:t>所以哪些工具给你的框架哪些腿？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Simon Willison 在 2025 年 6 月命名了这一点。</a:t>
            </a:r>
            <a:br/>
            <a:br/>
            <a:r>
              <a:t>一个可以读取你的私有数据的框架是好的。</a:t>
            </a:r>
            <a:br/>
            <a:br/>
            <a:r>
              <a:t>点击。一个读取不受信任的内容的框架，像任何一个人可以提交的 web 页面</a:t>
            </a:r>
            <a:br/>
            <a:r>
              <a:t>或问题，是好的。</a:t>
            </a:r>
            <a:br/>
            <a:br/>
            <a:r>
              <a:t>点击。一个可以发送数据出去的框架是好的。</a:t>
            </a:r>
            <a:br/>
            <a:br/>
            <a:r>
              <a:t>点击。一个拥有所有三个的框架可以被它读取的东西告诉，将你的数据发送</a:t>
            </a:r>
            <a:br/>
            <a:r>
              <a:t>到某处。那就是中毒的工具描述。带走任何一条腿，攻击失败。</a:t>
            </a:r>
            <a:br/>
            <a:br/>
            <a:r>
              <a:t>所以哪些工具给你的框架哪些腿？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Simon Willison 在 2025 年 6 月命名了这一点。</a:t>
            </a:r>
            <a:br/>
            <a:br/>
            <a:r>
              <a:t>一个可以读取你的私有数据的框架是好的。</a:t>
            </a:r>
            <a:br/>
            <a:br/>
            <a:r>
              <a:t>点击。一个读取不受信任的内容的框架，像任何一个人可以提交的 web 页面</a:t>
            </a:r>
            <a:br/>
            <a:r>
              <a:t>或问题，是好的。</a:t>
            </a:r>
            <a:br/>
            <a:br/>
            <a:r>
              <a:t>点击。一个可以发送数据出去的框架是好的。</a:t>
            </a:r>
            <a:br/>
            <a:br/>
            <a:r>
              <a:t>点击。一个拥有所有三个的框架可以被它读取的东西告诉，将你的数据发送</a:t>
            </a:r>
            <a:br/>
            <a:r>
              <a:t>到某处。那就是中毒的工具描述。带走任何一条腿，攻击失败。</a:t>
            </a:r>
            <a:br/>
            <a:br/>
            <a:r>
              <a:t>所以哪些工具给你的框架哪些腿？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2 分钟。三次点击。</a:t>
            </a:r>
            <a:br/>
            <a:br/>
            <a:r>
              <a:t>Simon Willison 在 2025 年 6 月命名了这一点。</a:t>
            </a:r>
            <a:br/>
            <a:br/>
            <a:r>
              <a:t>一个可以读取你的私有数据的框架是好的。</a:t>
            </a:r>
            <a:br/>
            <a:br/>
            <a:r>
              <a:t>点击。一个读取不受信任的内容的框架，像任何一个人可以提交的 web 页面</a:t>
            </a:r>
            <a:br/>
            <a:r>
              <a:t>或问题，是好的。</a:t>
            </a:r>
            <a:br/>
            <a:br/>
            <a:r>
              <a:t>点击。一个可以发送数据出去的框架是好的。</a:t>
            </a:r>
            <a:br/>
            <a:br/>
            <a:r>
              <a:t>点击。一个拥有所有三个的框架可以被它读取的东西告诉，将你的数据发送</a:t>
            </a:r>
            <a:br/>
            <a:r>
              <a:t>到某处。那就是中毒的工具描述。带走任何一条腿，攻击失败。</a:t>
            </a:r>
            <a:br/>
            <a:br/>
            <a:r>
              <a:t>所以哪些工具给你的框架哪些腿？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分钟。三次点击。</a:t>
            </a:r>
            <a:br/>
            <a:br/>
            <a:r>
              <a:t>点击。Shell。私有数据：你的 ssh 密钥，每个沙盒让它读取。不受信任的</a:t>
            </a:r>
            <a:br/>
            <a:r>
              <a:t>内容：你克隆的仓库中的 README。出口：curl 或 git push。沙盒中的网络</a:t>
            </a:r>
            <a:br/>
            <a:r>
              <a:t>块切断这条腿。</a:t>
            </a:r>
            <a:br/>
            <a:br/>
            <a:r>
              <a:t>点击。MCP。这一行真的发生了，在 2025 年 5 月。研究者在公共仓库上</a:t>
            </a:r>
            <a:br/>
            <a:r>
              <a:t>提交了一个问题。一个带有 GitHub MCP 服务器的框架，被要求查看开放的</a:t>
            </a:r>
            <a:br/>
            <a:r>
              <a:t>问题，读取它，跟随它，从用户的私有仓库中提取数据并将其发布在公共</a:t>
            </a:r>
            <a:br/>
            <a:r>
              <a:t>pull 请求中。服务器中没有任何东西有 bug。框架只是拥有所有三条腿。</a:t>
            </a:r>
            <a:br/>
            <a:br/>
            <a:r>
              <a:t>点击。浏览器。你登录的会话，它读取的每个页面，它可以提交的任何表单。</a:t>
            </a:r>
            <a:br/>
            <a:br/>
            <a:r>
              <a:t>当你向框架添加一个工具时，问它添加哪条腿。</a:t>
            </a:r>
            <a:br/>
            <a:br/>
            <a:r>
              <a:t>这就是今天。在你走之前，出勤表格。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分钟。三次点击。</a:t>
            </a:r>
            <a:br/>
            <a:br/>
            <a:r>
              <a:t>点击。Shell。私有数据：你的 ssh 密钥，每个沙盒让它读取。不受信任的</a:t>
            </a:r>
            <a:br/>
            <a:r>
              <a:t>内容：你克隆的仓库中的 README。出口：curl 或 git push。沙盒中的网络</a:t>
            </a:r>
            <a:br/>
            <a:r>
              <a:t>块切断这条腿。</a:t>
            </a:r>
            <a:br/>
            <a:br/>
            <a:r>
              <a:t>点击。MCP。这一行真的发生了，在 2025 年 5 月。研究者在公共仓库上</a:t>
            </a:r>
            <a:br/>
            <a:r>
              <a:t>提交了一个问题。一个带有 GitHub MCP 服务器的框架，被要求查看开放的</a:t>
            </a:r>
            <a:br/>
            <a:r>
              <a:t>问题，读取它，跟随它，从用户的私有仓库中提取数据并将其发布在公共</a:t>
            </a:r>
            <a:br/>
            <a:r>
              <a:t>pull 请求中。服务器中没有任何东西有 bug。框架只是拥有所有三条腿。</a:t>
            </a:r>
            <a:br/>
            <a:br/>
            <a:r>
              <a:t>点击。浏览器。你登录的会话，它读取的每个页面，它可以提交的任何表单。</a:t>
            </a:r>
            <a:br/>
            <a:br/>
            <a:r>
              <a:t>当你向框架添加一个工具时，问它添加哪条腿。</a:t>
            </a:r>
            <a:br/>
            <a:br/>
            <a:r>
              <a:t>这就是今天。在你走之前，出勤表格。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分钟。三次点击。</a:t>
            </a:r>
            <a:br/>
            <a:br/>
            <a:r>
              <a:t>点击。Shell。私有数据：你的 ssh 密钥，每个沙盒让它读取。不受信任的</a:t>
            </a:r>
            <a:br/>
            <a:r>
              <a:t>内容：你克隆的仓库中的 README。出口：curl 或 git push。沙盒中的网络</a:t>
            </a:r>
            <a:br/>
            <a:r>
              <a:t>块切断这条腿。</a:t>
            </a:r>
            <a:br/>
            <a:br/>
            <a:r>
              <a:t>点击。MCP。这一行真的发生了，在 2025 年 5 月。研究者在公共仓库上</a:t>
            </a:r>
            <a:br/>
            <a:r>
              <a:t>提交了一个问题。一个带有 GitHub MCP 服务器的框架，被要求查看开放的</a:t>
            </a:r>
            <a:br/>
            <a:r>
              <a:t>问题，读取它，跟随它，从用户的私有仓库中提取数据并将其发布在公共</a:t>
            </a:r>
            <a:br/>
            <a:r>
              <a:t>pull 请求中。服务器中没有任何东西有 bug。框架只是拥有所有三条腿。</a:t>
            </a:r>
            <a:br/>
            <a:br/>
            <a:r>
              <a:t>点击。浏览器。你登录的会话，它读取的每个页面，它可以提交的任何表单。</a:t>
            </a:r>
            <a:br/>
            <a:br/>
            <a:r>
              <a:t>当你向框架添加一个工具时，问它添加哪条腿。</a:t>
            </a:r>
            <a:br/>
            <a:br/>
            <a:r>
              <a:t>这就是今天。在你走之前，出勤表格。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讲解：大约 3 分钟。三次点击。</a:t>
            </a:r>
            <a:br/>
            <a:br/>
            <a:r>
              <a:t>点击。Shell。私有数据：你的 ssh 密钥，每个沙盒让它读取。不受信任的</a:t>
            </a:r>
            <a:br/>
            <a:r>
              <a:t>内容：你克隆的仓库中的 README。出口：curl 或 git push。沙盒中的网络</a:t>
            </a:r>
            <a:br/>
            <a:r>
              <a:t>块切断这条腿。</a:t>
            </a:r>
            <a:br/>
            <a:br/>
            <a:r>
              <a:t>点击。MCP。这一行真的发生了，在 2025 年 5 月。研究者在公共仓库上</a:t>
            </a:r>
            <a:br/>
            <a:r>
              <a:t>提交了一个问题。一个带有 GitHub MCP 服务器的框架，被要求查看开放的</a:t>
            </a:r>
            <a:br/>
            <a:r>
              <a:t>问题，读取它，跟随它，从用户的私有仓库中提取数据并将其发布在公共</a:t>
            </a:r>
            <a:br/>
            <a:r>
              <a:t>pull 请求中。服务器中没有任何东西有 bug。框架只是拥有所有三条腿。</a:t>
            </a:r>
            <a:br/>
            <a:br/>
            <a:r>
              <a:t>点击。浏览器。你登录的会话，它读取的每个页面，它可以提交的任何表单。</a:t>
            </a:r>
            <a:br/>
            <a:br/>
            <a:r>
              <a:t>当你向框架添加一个工具时，问它添加哪条腿。</a:t>
            </a:r>
            <a:br/>
            <a:br/>
            <a:r>
              <a:t>这就是今天。在你走之前，出勤表格。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Lab04: Reaching the Computer: Shell, MCP and the Browser</dc:title>
  <dc:subject>EECS 498 AASE, Lab04
How a harness reaches a computer: the shell, MCP, the browser and prompt injection, Fall 2026
</dc:subject>
  <dc:creator/>
  <cp:lastModifiedBy/>
  <cp:revision>1</cp:revision>
  <dcterms:created xsi:type="dcterms:W3CDTF">2026-10-13T18:19:36Z</dcterms:created>
  <dcterms:modified xsi:type="dcterms:W3CDTF">2026-10-13T18:19:36Z</dcterms:modified>
</cp:coreProperties>
</file>