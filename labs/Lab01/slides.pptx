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两部分。第一部分拆解他们从 Lab00 开始一直在使用的工具，</a:t>
            </a:r>
            <a:br/>
            <a:r>
              <a:t>深度足以让他们能在任何框架中识别出相同的设计决策。</a:t>
            </a:r>
            <a:br/>
            <a:r>
              <a:t>第二部分让他们动手构建。</a:t>
            </a:r>
            <a:br/>
            <a:br/>
            <a:r>
              <a:t>深度剖析是现在的重点，不是作业预告的热身，所以不要压缩它来赶时间。</a:t>
            </a:r>
            <a:br/>
            <a:r>
              <a:t>办公时间处理剩下的内容。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在教室安静下来时展示这张幻灯片并保持展示。议程是第一块的内容，</a:t>
            </a:r>
            <a:br/>
            <a:r>
              <a:t>不是前面额外的片段。</a:t>
            </a:r>
            <a:br/>
            <a:br/>
            <a:r>
              <a:t>大声说出后半部分是真正的办公时间：他们工作，你巡视，今天没有人</a:t>
            </a:r>
            <a:br/>
            <a:r>
              <a:t>需要交任何东西。整个学期被告知实验课以检查结束的学生不会相信，</a:t>
            </a:r>
            <a:br/>
            <a:r>
              <a:t>除非你亲口说出来。幻灯片不再这么说，这需要你亲口说明。</a:t>
            </a:r>
            <a:br/>
            <a:br/>
            <a:r>
              <a:t>不要预览构建 beyond 这个词本身。揭示仍然由你在第三部分完成。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根据讲师指示在 2026-09-13 新增的章节幻灯片：框架是实验课的第一部分，</a:t>
            </a:r>
            <a:br/>
            <a:r>
              <a:t>应该作为一个整体呈现。它下面有八张幻灯片。</a:t>
            </a:r>
            <a:br/>
            <a:r>
              <a:t>他们已经使用过的四个框架，然后是一个框架是什么以及模型永远不会接触</a:t>
            </a:r>
            <a:br/>
            <a:r>
              <a:t>什么。Aider 被画成一个，然后它的回复是什么样子：编辑块，它出现的两种</a:t>
            </a:r>
            <a:br/>
            <a:r>
              <a:t>形状，以及从文本中恢复一个动作的一般问题。然后 Aider 缺少什么，以及</a:t>
            </a:r>
            <a:br/>
            <a:r>
              <a:t>他们熟悉的工具拥有什么。</a:t>
            </a:r>
            <a:br/>
            <a:br/>
            <a:r>
              <a:t>示例在定义之前，所以这个词落在他们熟悉的工具上，然后才获得抽象形状。</a:t>
            </a:r>
            <a:br/>
            <a:r>
              <a:t>回复幻灯片从中间移到了这里，因为回复是框架的"答案"牌，之前 sits 在一个</a:t>
            </a:r>
            <a:br/>
            <a:r>
              <a:t>关于缓存的章节中。</a:t>
            </a:r>
            <a:br/>
            <a:br/>
            <a:r>
              <a:t>这个章节存在是因为十六次练习课给了他们肌肉记忆，但 none of the model，</a:t>
            </a:r>
            <a:br/>
            <a:r>
              <a:t>而"框架"是他们需要的词：它是他们在 Stage 1 构建的东西，在 Analyze 中</a:t>
            </a:r>
            <a:br/>
            <a:r>
              <a:t>扩展的东西。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根据讲师指示打开章节，所以这个词落在他们熟悉的工具上，然后才获得定义。</a:t>
            </a:r>
            <a:br/>
            <a:r>
              <a:t>他们中的三个在课程之前使用过，从未称之为框架。读一行：程序放在模型</a:t>
            </a:r>
            <a:br/>
            <a:r>
              <a:t>前面的是什么，以及对返回的文本做了什么。每一行都是同样的两个工作，</a:t>
            </a:r>
            <a:br/>
            <a:r>
              <a:t>下一张幻灯片命名它们。</a:t>
            </a:r>
            <a:br/>
            <a:br/>
            <a:r>
              <a:t>ChatGPT 的记忆是最清晰的例子。它感觉像模型在记住你。是框架在记笔记</a:t>
            </a:r>
            <a:br/>
            <a:r>
              <a:t>并粘贴到提示中，两张幻灯片后解释原因：模型在会话之间什么都不保留，</a:t>
            </a:r>
            <a:br/>
            <a:r>
              <a:t>所以任何持久化的东西都是框架重新发送的。Claude Code 的笔记是同样的</a:t>
            </a:r>
            <a:br/>
            <a:r>
              <a:t>技巧从另一边：你保存的文件在每次会话开始时被读取。</a:t>
            </a:r>
            <a:br/>
            <a:br/>
            <a:r>
              <a:t>第三列读作批准层。Cursor 等待接受。Claude Code 询问，或者不询问，</a:t>
            </a:r>
            <a:br/>
            <a:r>
              <a:t>取决于某人选择的权限设置。Aider 不等待：它写入并提交，/undo 是恢复。</a:t>
            </a:r>
            <a:br/>
            <a:r>
              <a:t>他们的构建必须在写入前询问，这是 packet 的规则，这一列是同样的决策</a:t>
            </a:r>
            <a:br/>
            <a:r>
              <a:t>以四种不同的方式做出的地方。</a:t>
            </a:r>
            <a:br/>
            <a:br/>
            <a:r>
              <a:t>不要更深入地进入 Claude Code  beyond 它的行。它决定读取什么和运行什么</a:t>
            </a:r>
            <a:br/>
            <a:r>
              <a:t>是明天的讲座，带有实时演示。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2026-09-13 讲师指示重新设计；它替换的两列表格读起来令人困惑。</a:t>
            </a:r>
            <a:br/>
            <a:r>
              <a:t>三张卡片按照一个回合发生的顺序排列，中间那张是模型的全部贡献。</a:t>
            </a:r>
            <a:br/>
            <a:br/>
            <a:r>
              <a:t>最后一张幻灯片的两列标题是两张蓝色卡片。组装是放在模型前面的东西。</a:t>
            </a:r>
            <a:br/>
            <a:r>
              <a:t>应用是对回复做的事情。大声说出这三个词： taught half 的最后一张幻灯片</a:t>
            </a:r>
            <a:br/>
            <a:r>
              <a:t>又增加了三个，并询问六个中有哪些属于模型。只有一个，答案。</a:t>
            </a:r>
            <a:br/>
            <a:br/>
            <a:r>
              <a:t>他们机器上的每一个效果都是蓝色卡片对琥珀色文本采取的行动。</a:t>
            </a:r>
            <a:br/>
            <a:r>
              <a:t>这是整个实验课依赖的句子。</a:t>
            </a:r>
            <a:br/>
            <a:br/>
            <a:r>
              <a:t>如果有人问模型、端点或配置：MODEL-POLICY.md，这不是今天的主题。</a:t>
            </a:r>
            <a:br/>
            <a:r>
              <a:t>推荐 qwen3.5:9b，允许 4B，任何兼容的端点。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三个否定，每一个都是某人做出的设计决策，而不是模型的限制。</a:t>
            </a:r>
            <a:br/>
            <a:br/>
            <a:r>
              <a:t>第三个是令人惊讶的那个：会话之间没有记忆。连续性是框架重新发送历史，</a:t>
            </a:r>
            <a:br/>
            <a:r>
              <a:t>这就是为什么历史在后面的幻灯片中消耗他们的 token 预算，以及为什么</a:t>
            </a:r>
            <a:br/>
            <a:r>
              <a:t>ChatGPT 似乎记得他们，两张幻灯片前，是它的框架在记笔记。</a:t>
            </a:r>
            <a:br/>
            <a:br/>
            <a:r>
              <a:t>4B 和 9B 被要求不同的回复形状，整个文件 against diffs。这就是为什么</a:t>
            </a:r>
            <a:br/>
            <a:r>
              <a:t>同学的会话看起来和他们的不同，以及为什么他们稍后看到的 trace 可能与</a:t>
            </a:r>
            <a:br/>
            <a:r>
              <a:t>他们在实践中运行的不匹配。</a:t>
            </a:r>
            <a:br/>
            <a:r>
              <a:t>值得在这里说，不值得一张幻灯片。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这是为手头的工具绘制的定义。请房间里的人找到写入文件的箭头。</a:t>
            </a:r>
            <a:br/>
            <a:r>
              <a:t>没有一条线离开琥珀色盒子。模型产生了文本，一个程序决定如何处理它。</a:t>
            </a:r>
            <a:br/>
            <a:br/>
            <a:r>
              <a:t>Aider 区域内的三个盒子，加上提交，它们是三张卡片：组装请求，</a:t>
            </a:r>
            <a:br/>
            <a:r>
              <a:t>解析和应用回复，记录它。接下来的三张幻灯片是中间那个盒子：回复</a:t>
            </a:r>
            <a:br/>
            <a:r>
              <a:t>是什么样子，以及框架必须从中恢复什么。</a:t>
            </a:r>
            <a:br/>
            <a:br/>
            <a:r>
              <a:t>这是 Aider 的图片，不是他们构建的必需架构。他们将在下周绘制自己的版本。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问一个这样的块不能告诉你什么。它命名一个文件。需要三个文件的更改</a:t>
            </a:r>
            <a:br/>
            <a:r>
              <a:t>需要三个块，格式中没有任何东西强制模型产生全部三个。</a:t>
            </a:r>
            <a:br/>
            <a:r>
              <a:t>一个读懂一个格式良好的块的学生看到一个已完成的功能。</a:t>
            </a:r>
            <a:br/>
            <a:br/>
            <a:r>
              <a:t>磁盘上还没有任何变化。这是聊天回复中的提案。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2026-09-13 讲师指示添加，late，为了更多内容。最后一张幻灯片</a:t>
            </a:r>
            <a:br/>
            <a:r>
              <a:t>显示了一种形状。这是另一种，也是他们大多数一直在运行的：实践设置</a:t>
            </a:r>
            <a:br/>
            <a:r>
              <a:t>文件给 4B 和 9B `edit_format: whole`，9B 上有"try: diff"。</a:t>
            </a:r>
            <a:br/>
            <a:br/>
            <a:r>
              <a:t>Whole 在小模型上可靠，因为没有什么可匹配的，而且昂贵，因为每次</a:t>
            </a:r>
            <a:br/>
            <a:r>
              <a:t>编辑都重新发送整个文件。它通过遗漏失败：模型重写文件并静默删除</a:t>
            </a:r>
            <a:br/>
            <a:r>
              <a:t>一行它没有考虑的内容，这就是 L01 demo 的第一个提示所做的，没人</a:t>
            </a:r>
            <a:br/>
            <a:r>
              <a:t>注意到。Diff 便宜且响亮地失败：搜索文本必须与磁盘完全匹配，当它</a:t>
            </a:r>
            <a:br/>
            <a:r>
              <a:t>不匹配时，块被拒绝并被告知模型。</a:t>
            </a:r>
            <a:br/>
            <a:br/>
            <a:r>
              <a:t>粗体行是重点。形状不是模型的属性。它是框架读取的设置文件中的一</a:t>
            </a:r>
            <a:br/>
            <a:r>
              <a:t>行，他们的构建在做同样的事情，决定回复必须是什么形状。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从格式中退一步。无论模型被要求产生什么，它都在产生文本，框架必须</a:t>
            </a:r>
            <a:br/>
            <a:r>
              <a:t>从中恢复一个机器可执行的指令。搜索和替换块是其中一种编码。函数调用</a:t>
            </a:r>
            <a:br/>
            <a:r>
              <a:t>是另一种。标记输出是第三种。</a:t>
            </a:r>
            <a:br/>
            <a:br/>
            <a:r>
              <a:t>它们都以同样的三种方式失败：什么都不解析，它解析但命名了不存在的</a:t>
            </a:r>
            <a:br/>
            <a:r>
              <a:t>东西，或者它解析但是错的。它们的错误处理必须区分它们，因为每种情况</a:t>
            </a:r>
            <a:br/>
            <a:r>
              <a:t>的恢复是不同的。</a:t>
            </a:r>
            <a:br/>
            <a:br/>
            <a:r>
              <a:t>这就是为什么 packet 要求匹配语义和路径验证作为独立的需求，而不是</a:t>
            </a:r>
            <a:br/>
            <a:r>
              <a:t>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这张幻灯片下面的问题是他们中的一些人已经携带了两周的问题：为什么</a:t>
            </a:r>
            <a:br/>
            <a:r>
              <a:t>每个人都在谈论的工具感觉比这个更聪明？同样的模型。它缺少的是模型</a:t>
            </a:r>
            <a:br/>
            <a:r>
              <a:t>周围的机制，这里的每一行都是某人编写代码的决策。</a:t>
            </a:r>
            <a:br/>
            <a:br/>
            <a:r>
              <a:t>第三行值得一个节拍。默认情况下，Aider 会话之间没有任何东西传递，</a:t>
            </a:r>
            <a:br/>
            <a:r>
              <a:t>ChatGPT 或 Claude Code 会话之间也没有。一个框架为你保留笔记，另一</a:t>
            </a:r>
            <a:br/>
            <a:r>
              <a:t>个读取你保留的笔记，两者都将它们粘贴到提示中。连续性总是框架重新</a:t>
            </a:r>
            <a:br/>
            <a:r>
              <a:t>发送，这就是他们自己的构建运行的条件。</a:t>
            </a:r>
            <a:br/>
            <a:br/>
            <a:r>
              <a:t>第四行是接下来重要的一个。Aider 不去寻找文件；他们命名它们。下一</a:t>
            </a:r>
            <a:br/>
            <a:r>
              <a:t>节是关于它猜测的那一个地方，以及为什么那个猜测 passed for intelligence。</a:t>
            </a:r>
            <a:br/>
            <a:br/>
            <a:r>
              <a:t>不要超过第四行。当模型选择下一个动作时会发生什么，是明天的讲座，</a:t>
            </a:r>
            <a:br/>
            <a:r>
              <a:t>带有实时演示，L05 在这副牌在 taught half 结束时留下的开放问题上</a:t>
            </a:r>
            <a:br/>
            <a:r>
              <a:t>打开。</a:t>
            </a:r>
            <a:br/>
            <a:br/>
            <a:r>
              <a:t>他们的构建 by design 也缺乏所有四行。Packet 排除了地图，不要求</a:t>
            </a:r>
            <a:br/>
            <a:r>
              <a:t>编辑器、补全或记忆。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2026-09-13 讲师指示重新设计。章节之前打开的是 Aider 图表，</a:t>
            </a:r>
            <a:br/>
            <a:r>
              <a:t>它属于框架，命令幻灯片坐在章节标题前面，读起来像是一个 stray。两者</a:t>
            </a:r>
            <a:br/>
            <a:r>
              <a:t>现在都在它们所属的位置，章节读起来像是一个问题：对于提示的每个部分，</a:t>
            </a:r>
            <a:br/>
            <a:r>
              <a:t>谁选择了它，你还是框架。</a:t>
            </a:r>
            <a:br/>
            <a:br/>
            <a:r>
              <a:t>L02 和 L03 教授了窗口、四个来源、外科选择和 /tokens。不要重新教授</a:t>
            </a:r>
            <a:br/>
            <a:r>
              <a:t>它们。这里的切割是不同的：不是提示中有什么，而是谁把它放在那里，</a:t>
            </a:r>
            <a:br/>
            <a:r>
              <a:t>然后框架自己选择的那一部分，也就是 passed for intelligence 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与 L03 列出的部分相同，切割方式不同。读右列并排序行：你的，</a:t>
            </a:r>
            <a:br/>
            <a:r>
              <a:t>Aider 的，共享的。</a:t>
            </a:r>
            <a:br/>
            <a:br/>
            <a:r>
              <a:t>你的：文件 和消息。Aider 的：系统提示，在 ask 和 code 之间切换时</a:t>
            </a:r>
            <a:br/>
            <a:r>
              <a:t>改变，以及地图，他们从未输入过命令。共享的：历史，他们一次写一个</a:t>
            </a:r>
            <a:br/>
            <a:r>
              <a:t>回合，Aider 用弱模型总结，当它超过限制时。</a:t>
            </a:r>
            <a:br/>
            <a:br/>
            <a:r>
              <a:t>模型没有行，两张幻灯片后解释原因：在 Aider 中它只能写入。</a:t>
            </a:r>
            <a:br/>
            <a:r>
              <a:t>当它想要一个文件时，它只能在散文中提到名称，Aider 的正则表达式</a:t>
            </a:r>
            <a:br/>
            <a:r>
              <a:t>和你的是做其余部分。</a:t>
            </a:r>
            <a:br/>
            <a:br/>
            <a:r>
              <a:t>粗体行指向接下来的两张幻灯片。在 Aider 拥有的两行中，系统提示是</a:t>
            </a:r>
            <a:br/>
            <a:r>
              <a:t>无聊的，地图是愚弄他们的那个。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2026-09-13 移到上下文章节下；它之前坐在章节标题前面。</a:t>
            </a:r>
            <a:br/>
            <a:r>
              <a:t>它是最后一张幻灯片的 human 的一半，作为命令。</a:t>
            </a:r>
            <a:br/>
            <a:br/>
            <a:r>
              <a:t>整套命令中只有两个接触代码仓库，其中一个是撤销。这种不对称是他们</a:t>
            </a:r>
            <a:br/>
            <a:r>
              <a:t>即将构建的批准层，在他们已经使用的工具中可见。Aider 在写入前不询问；</a:t>
            </a:r>
            <a:br/>
            <a:r>
              <a:t>他们的构建必须。</a:t>
            </a:r>
            <a:br/>
            <a:br/>
            <a:r>
              <a:t>/help 列出了比这更多的命令，集合在版本之间变化。如果需要，现场运行</a:t>
            </a:r>
            <a:br/>
            <a:r>
              <a:t>而不是背诵。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2026-09-13 讲师指示添加，late：这两个工具以不同方式处理模型</a:t>
            </a:r>
            <a:br/>
            <a:r>
              <a:t>想要的文件，差异值得一张幻灯片。</a:t>
            </a:r>
            <a:br/>
            <a:br/>
            <a:r>
              <a:t>从第一行开始。Aider 中的模型有一个动词。它的回复是编辑块，牌组中</a:t>
            </a:r>
            <a:br/>
            <a:r>
              <a:t>的所有其他内容，地图，文件提及，lint 和测试循环，shell 建议，是</a:t>
            </a:r>
            <a:br/>
            <a:r>
              <a:t>Aider 围绕它添加的机制，使那个动词更好地落地。它们都不是模型在决定</a:t>
            </a:r>
            <a:br/>
            <a:r>
              <a:t>任何事情。</a:t>
            </a:r>
            <a:br/>
            <a:br/>
            <a:r>
              <a:t>第二行要慢慢说。当 Aider 的模型"想要一个文件"时，它没有要求任何</a:t>
            </a:r>
            <a:br/>
            <a:r>
              <a:t>东西。它在散文中写了一个文件名，Aider 中的一个正则表达式找到了它，</a:t>
            </a:r>
            <a:br/>
            <a:r>
              <a:t>Aider 在屏幕上放了"Add file to the chat?"，一个人说是。模型没有决定</a:t>
            </a:r>
            <a:br/>
            <a:r>
              <a:t>读取文件。它提到了一个名称。</a:t>
            </a:r>
            <a:br/>
            <a:br/>
            <a:r>
              <a:t>Claude Code 的模型确实决定了：它发出一个读取调用，框架运行它，受</a:t>
            </a:r>
            <a:br/>
            <a:r>
              <a:t>于某人配置的权限规则。这是真正的差异，谁选择，这是这门实验课最接近</a:t>
            </a:r>
            <a:br/>
            <a:r>
              <a:t>明天的主题。停在文件。读取后循环如何继续是 L05。</a:t>
            </a:r>
            <a:br/>
            <a:br/>
            <a:r>
              <a:t>第四行是维护差异，中间部分是关于它的。Aider 的副本每回合从磁盘重建，</a:t>
            </a:r>
            <a:br/>
            <a:r>
              <a:t>所以它不会过时。Claude Code 的是历史中的一个快照，当前直到文件改变，</a:t>
            </a:r>
            <a:br/>
            <a:r>
              <a:t>之后过时，直到模型再次读取它。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房间里每个人都有过这一刻：他们添加了一个文件，要求一个更改，回复</a:t>
            </a:r>
            <a:br/>
            <a:r>
              <a:t>提到了一个来自他们从未提及的文件的类。那不是模型知道代码库。是这</a:t>
            </a:r>
            <a:br/>
            <a:r>
              <a:t>个块，每回合发送。</a:t>
            </a:r>
            <a:br/>
            <a:br/>
            <a:r>
              <a:t>指向竖线：那是 aider 引用源代码行。指向点：那是它决定不花费 token</a:t>
            </a:r>
            <a:br/>
            <a:r>
              <a:t>的所有内容。只有签名，没有主体，所以模型可以命名一个它从未读取的</a:t>
            </a:r>
            <a:br/>
            <a:r>
              <a:t>函数。</a:t>
            </a:r>
            <a:br/>
            <a:br/>
            <a:r>
              <a:t>第一次会话是它看起来最聪明的时候，有一个原因。没有添加文件，</a:t>
            </a:r>
            <a:br/>
            <a:r>
              <a:t>Aider 将地图的 token 预算翻倍，所以地图在他们没有给它任何东西的</a:t>
            </a:r>
            <a:br/>
            <a:r>
              <a:t>时候最大。</a:t>
            </a:r>
            <a:br/>
            <a:br/>
            <a:r>
              <a:t>问这是做什么的。答案在下一张幻灯片：它是 aider 猜测你会输入 /add</a:t>
            </a:r>
            <a:br/>
            <a:r>
              <a:t>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在幻灯片之外，值得说：排名向你刚刚提到的文件倾斜，aider 将列表</a:t>
            </a:r>
            <a:br/>
            <a:r>
              <a:t>渲染下来，直到 token 用完。</a:t>
            </a:r>
            <a:br/>
            <a:br/>
            <a:r>
              <a:t>Plainly 说出排名规则：许多其他文件依赖的文件得分高，因为它可能是</a:t>
            </a:r>
            <a:br/>
            <a:r>
              <a:t>你需要知道的文件。</a:t>
            </a:r>
            <a:br/>
            <a:br/>
            <a:r>
              <a:t>虚线是重点，粗体行说明了它。不是"这是你的代码库，"它是"这是你的</a:t>
            </a:r>
            <a:br/>
            <a:r>
              <a:t>代码库能装下的部分，"虚线以下的任何东西对模型都是不可见的。同样的</a:t>
            </a:r>
            <a:br/>
            <a:r>
              <a:t>猜测在上一张幻灯片上看起来像 intelligence，对虚线以下的所有东西都是</a:t>
            </a:r>
            <a:br/>
            <a:r>
              <a:t>沉默的。867 行 aider 代码猜测你会输入 /add 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这是唯一值得保留的上下文幻灯片，因为它是 L02 和 L03 没有展示的</a:t>
            </a:r>
            <a:br/>
            <a:r>
              <a:t>部分。他们看到窗口是有限的，他们阅读了 /tokens。他们还没有看到它</a:t>
            </a:r>
            <a:br/>
            <a:r>
              <a:t>在会话中填满。</a:t>
            </a:r>
            <a:br/>
            <a:br/>
            <a:r>
              <a:t>走两个条。早期回合没有任何问题；后面的回合是历史增长后的同一提示，</a:t>
            </a:r>
            <a:br/>
            <a:r>
              <a:t>停止适应的是他们自己的消息。它上面的所有东西都在他们打字之前花掉了。</a:t>
            </a:r>
            <a:br/>
            <a:br/>
            <a:r>
              <a:t>地图也 charge 这个预算，在 4B 上可以是窗口的三分之一，花费 token</a:t>
            </a:r>
            <a:br/>
            <a:r>
              <a:t>描述模型然后无法在内部看到的文件。这就是为什么 aider-practice 备忘</a:t>
            </a:r>
            <a:br/>
            <a:r>
              <a:t>单说要关掉它，以及为什么地图超出构建范围。Plainly 说出来，所以没人</a:t>
            </a:r>
            <a:br/>
            <a:r>
              <a:t>在第 4 周浪费在上面。</a:t>
            </a:r>
            <a:br/>
            <a:br/>
            <a:r>
              <a:t>然后粗体行，这是这张幻灯片仍然在这里的整个原因。问他们会先丢弃什么</a:t>
            </a:r>
            <a:br/>
            <a:r>
              <a:t>以及什么必须生存。他们的 Stage 1 合同保留系统指令、当前请求和添加的</a:t>
            </a:r>
            <a:br/>
            <a:r>
              <a:t>文件内容，并拒绝 oversized required input 而不是静默修剪它。那个拒绝</a:t>
            </a:r>
            <a:br/>
            <a:r>
              <a:t>是他们必须写下来并测试的设计决策，packet 没有为他们做出。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2026-09-13 讲师指示重新设计，late：提示的结构以及 Aider 如何</a:t>
            </a:r>
            <a:br/>
            <a:r>
              <a:t>管理它，以及关于缓存什么都没有。五张幻灯片。提示从上到下。Aider 如何</a:t>
            </a:r>
            <a:br/>
            <a:r>
              <a:t>保持每个部分最新。 Architect 模式作为第二个 fresh 构建的提示。为模型</a:t>
            </a:r>
            <a:br/>
            <a:r>
              <a:t>写的错误。编辑落地之后。成本幻灯片（"越高改变成本越高"）在同一天晚上</a:t>
            </a:r>
            <a:br/>
            <a:r>
              <a:t>被 cut；前缀重用现在是一句 notes 的话。</a:t>
            </a:r>
            <a:br/>
            <a:br/>
            <a:r>
              <a:t>从这里消失："编辑形状的回复"和"通过文本通道的动作"，现在坐在框架</a:t>
            </a:r>
            <a:br/>
            <a:r>
              <a:t>章节中，回复属于哪里；"文件更新如何到达"和"它记住什么"，合并成"编辑</a:t>
            </a:r>
            <a:br/>
            <a:r>
              <a:t>落地之后"；以及"静默撤销"，被 cut。</a:t>
            </a:r>
            <a:br/>
            <a:br/>
            <a:r>
              <a:t>用一句话打开，其他所有内容都遵循它。模型在回合之间什么都不保留。</a:t>
            </a:r>
            <a:br/>
            <a:r>
              <a:t>第十二回合发送第一回合发送的所有内容， plus more。这不是一个要绕过的</a:t>
            </a:r>
            <a:br/>
            <a:r>
              <a:t>限制，是他们自己的构建运行的条件。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Aider 发送它们的八个部分，从源代码中读取。括号按更改频率分组：</a:t>
            </a:r>
            <a:br/>
            <a:r>
              <a:t>系统提示及其 worked examples 几乎从不更改，只读文件和地图当它们要求</a:t>
            </a:r>
            <a:br/>
            <a:r>
              <a:t>某些东西时更改，底部四个每个回合都更改。</a:t>
            </a:r>
            <a:br/>
            <a:br/>
            <a:r>
              <a:t>工作粗体行而不是各部分。每回合更改的部分被故意放在最后。一个句子</a:t>
            </a:r>
            <a:br/>
            <a:r>
              <a:t>解释原因，没有幻灯片：服务器跳过重新读取它已经看到的开头，所以</a:t>
            </a:r>
            <a:br/>
            <a:r>
              <a:t>stable-first 使大多数回合更便宜。把顺序放上去，让房间里的人在你说</a:t>
            </a:r>
            <a:br/>
            <a:r>
              <a:t>之前猜测。</a:t>
            </a:r>
            <a:br/>
            <a:br/>
            <a:r>
              <a:t>他们的构建组装同样的事情，packet 要求他们说进去什么以及按什么顺序。</a:t>
            </a:r>
            <a:br/>
            <a:r>
              <a:t>这张幻灯片是论证答案是设计决策而不是细节。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讲师要求的幻灯片：不是提示中有什么，而是 Aider 在每回合之间对每个</a:t>
            </a:r>
            <a:br/>
            <a:r>
              <a:t>部分做了什么。每一行都是从 0.86.2 源代码中读出的。</a:t>
            </a:r>
            <a:br/>
            <a:br/>
            <a:r>
              <a:t>系统提示按模式选择，ask 模式也删除 worked examples。只读和添加的文件</a:t>
            </a:r>
            <a:br/>
            <a:r>
              <a:t>每回合从磁盘重新读取，所以每个文件只有一个副本，它是当前的。地图围绕</a:t>
            </a:r>
            <a:br/>
            <a:r>
              <a:t>刚刚输入的 文件名和标识符重新排名。历史通过每个回合的两半增长，超过</a:t>
            </a:r>
            <a:br/>
            <a:r>
              <a:t>token 限制时由弱模型总结。格式提醒粘在学生的自己消息末尾，没有空间时</a:t>
            </a:r>
            <a:br/>
            <a:r>
              <a:t>被留下。</a:t>
            </a:r>
            <a:br/>
            <a:br/>
            <a:r>
              <a:t>问他们的构建有哪些行。系统提示，文件，历史和消息。没有地图，提醒是</a:t>
            </a:r>
            <a:br/>
            <a:r>
              <a:t>他们决定。然后问他们中的哪些他们必须每回合重新读取，以及为什么：答案</a:t>
            </a:r>
            <a:br/>
            <a:r>
              <a:t>是文件，原因是本节的最后一张幻灯片。接下来：architect 模式，用同样的</a:t>
            </a:r>
            <a:br/>
            <a:r>
              <a:t>部分构建第二个提示。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2026-09-13 讲师指示添加，late。他们在第 6 课中使用过这个，课程</a:t>
            </a:r>
            <a:br/>
            <a:r>
              <a:t>说这是两次模型调用。这是两个提示的内容，从最后两张幻灯片的同样部分</a:t>
            </a:r>
            <a:br/>
            <a:r>
              <a:t>构建。</a:t>
            </a:r>
            <a:br/>
            <a:br/>
            <a:r>
              <a:t>从源代码：当计划被接受时，Aider 创建第二个 coder，空历史，没有仓库</a:t>
            </a:r>
            <a:br/>
            <a:r>
              <a:t>地图，编辑格式系统提示，以及计划作为唯一的用户消息。Editor 看到文件</a:t>
            </a:r>
            <a:br/>
            <a:r>
              <a:t>和计划。没有其他内容。Architect 自己的提示是全栈，它在整个会话中保持</a:t>
            </a:r>
            <a:br/>
            <a:r>
              <a:t>一种模式，所以它的系统提示从不交换。</a:t>
            </a:r>
            <a:br/>
            <a:br/>
            <a:r>
              <a:t>说为什么它这样构建。一个充满历史的长提示是决定做什么的好提示，是</a:t>
            </a:r>
            <a:br/>
            <a:r>
              <a:t>产生精确编辑的坏提示。拆分工作给每个调用它需要的提示：整体图片给</a:t>
            </a:r>
            <a:br/>
            <a:r>
              <a:t>计划，短焦点提示给编辑。这就是 architect 模式在小模型上得分更好的</a:t>
            </a:r>
            <a:br/>
            <a:r>
              <a:t>原因，它是一个结构决策，不是模型特性。</a:t>
            </a:r>
            <a:br/>
            <a:br/>
            <a:r>
              <a:t>`auto-accept-architect: false` 在实践仓库中是为什么它在第二次调用前</a:t>
            </a:r>
            <a:br/>
            <a:r>
              <a:t>停止询问的原因。他们的构建可以在一个增量中做同样的事情：用完整上下文</a:t>
            </a:r>
            <a:br/>
            <a:r>
              <a:t>计划，用小上下文编辑。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当一个块应用失败时，返回的不是给人的消息。它是为模型在下一回合阅读</a:t>
            </a:r>
            <a:br/>
            <a:r>
              <a:t>而写的：这是你的块，这里是几乎匹配的行，如果替换文本已经在文件中，</a:t>
            </a:r>
            <a:br/>
            <a:r>
              <a:t>一个问题询问块是否真的需要。</a:t>
            </a:r>
            <a:br/>
            <a:br/>
            <a:r>
              <a:t>这个重新框架本身值得一张幻灯片。在一个唯一执行器是文本的系统中，</a:t>
            </a:r>
            <a:br/>
            <a:r>
              <a:t>错误消息是另一个提示，它的工作是让下一次尝试更好，而不是描述出了什么</a:t>
            </a:r>
            <a:br/>
            <a:r>
              <a:t>问题。</a:t>
            </a:r>
            <a:br/>
            <a:br/>
            <a:r>
              <a:t>Aider 会这样做最多三次然后放弃。他们的构建根本不必重试，但他们必须</a:t>
            </a:r>
            <a:br/>
            <a:r>
              <a:t>决定，packet 对失败路径评分。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从"文件更新如何到达"和"它记住什么"合并而来，讲师发现很难作为两张</a:t>
            </a:r>
            <a:br/>
            <a:r>
              <a:t>幻灯片呈现。同样的栈作为本节的其余部分，两部分被呼出。</a:t>
            </a:r>
            <a:br/>
            <a:br/>
            <a:r>
              <a:t>一旦学生理解提示被重建后的 问题：编辑落地后，模型被告知，还是文本</a:t>
            </a:r>
            <a:br/>
            <a:r>
              <a:t>在它下面改变？两者，第二个更重要。</a:t>
            </a:r>
            <a:br/>
            <a:br/>
            <a:r>
              <a:t>文件块从磁盘重建，所以每个文件只有一个副本，它是当前的。永远不会</a:t>
            </a:r>
            <a:br/>
            <a:r>
              <a:t>发送 diff，也不会保留旧副本。Aider 还向历史添加一行，用学生的声音，</a:t>
            </a:r>
            <a:br/>
            <a:r>
              <a:t>说它用给定的 hash 提交了。这就是模型被告知的全部。</a:t>
            </a:r>
            <a:br/>
            <a:br/>
            <a:r>
              <a:t>历史是另一半。模型自己的回复逐字保留，它们充满了引用旧文本的编辑块。</a:t>
            </a:r>
            <a:br/>
            <a:r>
              <a:t>所以它对先前版本的记录恰好是它选择改变的行，以及周围没有任何东西，</a:t>
            </a:r>
            <a:br/>
            <a:r>
              <a:t>对过去的有偏采样。这就是为什么 Aider 自己的提示警告模型其他消息可能</a:t>
            </a:r>
            <a:br/>
            <a:r>
              <a:t>包含过时的内容。它无法修复，只能警告。</a:t>
            </a:r>
            <a:br/>
            <a:br/>
            <a:r>
              <a:t>两个值得说的后果。他们在另一个窗口中自己编辑的文件在下一回合被无</a:t>
            </a:r>
            <a:br/>
            <a:r>
              <a:t>通知拾取。课程模型上的 /undo 不告诉模型任何东西，所以它的历史仍然</a:t>
            </a:r>
            <a:br/>
            <a:r>
              <a:t>保存它提议的编辑，文件不再保存。静默撤销幻灯片今晚从牌组中移除；事</a:t>
            </a:r>
            <a:br/>
            <a:r>
              <a:t>实留在这里，以及为什么他们的规范要求撤销是一个 owned, current-session</a:t>
            </a:r>
            <a:br/>
            <a:r>
              <a:t>操作，在干净的目标上。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2026-09-14 讲师请求新增的章节幻灯片，所以 hackathon 读起来像</a:t>
            </a:r>
            <a:br/>
            <a:r>
              <a:t>是它自己的块，而不是落地幻灯片的尾部。它下面两张幻灯片：格式和工作</a:t>
            </a:r>
            <a:br/>
            <a:r>
              <a:t>区。总共三四分钟。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总共三分钟，包括后勤。房间、时间和工作区中的模型由工作人员宣布。</a:t>
            </a:r>
            <a:br/>
            <a:r>
              <a:t>不要在这里发明任何内容。</a:t>
            </a:r>
            <a:br/>
            <a:br/>
            <a:r>
              <a:t>Plainly 说出便利路线：冲突和便利现在去找工作人员，而不是那一周。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带有 token 数字的说明和关于带来一个运行两个的构建的结束行从这张</a:t>
            </a:r>
            <a:br/>
            <a:r>
              <a:t>幻灯片上在 2026-09-14 讲师请求时被移除。两点仍然值得说；它们是你</a:t>
            </a:r>
            <a:br/>
            <a:r>
              <a:t>说的，不是幻灯片的。</a:t>
            </a:r>
            <a:br/>
            <a:br/>
            <a:r>
              <a:t>没有人安装任何东西，没有人需要网络。工作区打开时工具已经指向正确的</a:t>
            </a:r>
            <a:br/>
            <a:r>
              <a:t>地方，他们自己的代码仓库在里面。</a:t>
            </a:r>
            <a:br/>
            <a:br/>
            <a:r>
              <a:t>说明是幻灯片的重点，它直接连接回预算块。图片中的参考包是大部分</a:t>
            </a:r>
            <a:br/>
            <a:r>
              <a:t>Python 文档，转换后模型可以阅读，它大约是房间里任何上下文窗口的</a:t>
            </a:r>
            <a:br/>
            <a:r>
              <a:t>八十倍。它被分成足够小的部分，一次添加一个。</a:t>
            </a:r>
            <a:br/>
            <a:br/>
            <a:r>
              <a:t>所以练习不是文档是否可用。是哪几页，选择好是完成和未完成的区别。</a:t>
            </a:r>
            <a:br/>
            <a:r>
              <a:t>这就是有成绩附加的上下文预算。</a:t>
            </a:r>
            <a:br/>
            <a:br/>
            <a:r>
              <a:t>从当前工作人员公告中宣布房间、开始时间和补考路径。不要在这里发明</a:t>
            </a:r>
            <a:br/>
            <a:r>
              <a:t>任何内容。</a:t>
            </a:r>
            <a:br/>
            <a:br/>
            <a:r>
              <a:t>重量幻灯片在 2026-09-13 被 cut，数字是你说的或不说。为了记录：</a:t>
            </a:r>
            <a:br/>
            <a:r>
              <a:t>hackathon 1 是 20 个 Apply 部分中的 10 个，所以一半的 Apply 成绩</a:t>
            </a:r>
            <a:br/>
            <a:r>
              <a:t>against 四分之一的构建和四分之一的练习课。它不再在玻璃上。</a:t>
            </a:r>
            <a:br/>
            <a:br/>
            <a:r>
              <a:t>粗体行是准备说明，它是这里唯一改变他们今晚做什么的东西。提示要求</a:t>
            </a:r>
            <a:br/>
            <a:r>
              <a:t>他们自己代码上的一个功能，在房间里揭示，所以一个不运行的代码仓库</a:t>
            </a:r>
            <a:br/>
            <a:r>
              <a:t>无法开始。那天晚上 mid-refactor 的任何人有糟糕得多的两小时。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揭示。他们已经花了两周驾驶一个框架，最后一小时拆解一个；现在他们</a:t>
            </a:r>
            <a:br/>
            <a:r>
              <a:t>构建一个。</a:t>
            </a:r>
            <a:br/>
            <a:br/>
            <a:r>
              <a:t>以它是什么开头，而不是文书工作。Packet 带有要求，它们可以阅读。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Plainly 说出一个句子版本：一个终端结对程序员，在你选择的文件上，</a:t>
            </a:r>
            <a:br/>
            <a:r>
              <a:t>与你配置的端点对话，从不编辑而不询问。Packet 中其他所有内容都是</a:t>
            </a:r>
            <a:br/>
            <a:r>
              <a:t>那个句子下的细节。</a:t>
            </a:r>
            <a:br/>
            <a:br/>
            <a:r>
              <a:t>它不是 Aider 的克隆，也不需要是。没有仓库地图，没有 lint 循环，</a:t>
            </a:r>
            <a:br/>
            <a:r>
              <a:t>没有 architect 模式。它必须有他们刚刚观看的脊柱。</a:t>
            </a:r>
            <a:br/>
            <a:br/>
            <a:r>
              <a:t>如果有人问它有多大：比他们害怕的小，规范工作是决定它需要多长的</a:t>
            </a:r>
            <a:br/>
            <a:r>
              <a:t>部分。</a:t>
            </a:r>
            <a:br/>
            <a:br/>
            <a:r>
              <a:t>幻灯片下的日期是学生在牌组中看到构建截止日期的唯一地方。Plainly</a:t>
            </a:r>
            <a:br/>
            <a:r>
              <a:t>说出来，而不是跳过它。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Stage 1 的整体形状，以及大多数人通过以代码开始而做错的事情。</a:t>
            </a:r>
            <a:br/>
            <a:r>
              <a:t>没有人 handed them a specification：他们写自己的需求，自己的接受标准，</a:t>
            </a:r>
            <a:br/>
            <a:r>
              <a:t>和自己的增量。</a:t>
            </a:r>
            <a:br/>
            <a:br/>
            <a:r>
              <a:t>历史是证据，不是官僚主义。在设计之后提交的设计描述什么也不赚，他们</a:t>
            </a:r>
            <a:br/>
            <a:r>
              <a:t>无法在最后重建它。</a:t>
            </a:r>
            <a:br/>
            <a:br/>
            <a:r>
              <a:t>逐行。需求必须涵盖配置和执行契约以及七个功能，可观察的结果，边缘</a:t>
            </a:r>
            <a:br/>
            <a:r>
              <a:t>情况和排除，每一个都必须追溯到他们自己的接受标准。图表描述他们的</a:t>
            </a:r>
            <a:br/>
            <a:r>
              <a:t>系统，不是 Aider：复制今天早上的图片什么也不赚，Mermaid 足够了，标签</a:t>
            </a:r>
            <a:br/>
            <a:r>
              <a:t>必须 legible 和准确。本节中没有长度要求。</a:t>
            </a:r>
            <a:br/>
            <a:br/>
            <a:r>
              <a:t>增量不是提交，不是单一更改。它是构建的一个相当大的切片，他们自己</a:t>
            </a:r>
            <a:br/>
            <a:r>
              <a:t> breakout 和定义，有可观察的结果，它自己的范围上下文和自己的有序</a:t>
            </a:r>
            <a:br/>
            <a:r>
              <a:t>任务。他们见过的最接近的东西是 aider-practice 课，除了这里他们写</a:t>
            </a:r>
            <a:br/>
            <a:r>
              <a:t>课程。</a:t>
            </a:r>
            <a:br/>
            <a:br/>
            <a:r>
              <a:t>他们选择有多少个以及边界在哪里。Packet 明确说明这一点，rubric 评分</a:t>
            </a:r>
            <a:br/>
            <a:r>
              <a:t>集合是否以 sensible 顺序覆盖整个构建，而不是是否有很多。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不要逐行读表。唯一值得说的一件事：他们设计但没有实现的部分只要</a:t>
            </a:r>
            <a:br/>
            <a:r>
              <a:t>标记就保持其设计分数。</a:t>
            </a:r>
            <a:br/>
            <a:br/>
            <a:r>
              <a:t>架构分数包括解释工具执行、替换端点客户端和非终端界面放在哪里，</a:t>
            </a:r>
            <a:br/>
            <a:r>
              <a:t>而不构建它们。</a:t>
            </a:r>
            <a:br/>
            <a:br/>
            <a:r>
              <a:t>最后两行从 git 历史而不是文档中读取。代码前的规范在提交顺序上评分，</a:t>
            </a:r>
            <a:br/>
            <a:r>
              <a:t>改变和为什么是他们开始的规范和他们完成的系统之间的调和。有效的设计</a:t>
            </a:r>
            <a:br/>
            <a:r>
              <a:t>不需要发明的失败。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100 分跨越两个 50 分的部分。这些是构建点，不是课程成绩百分比：</a:t>
            </a:r>
            <a:br/>
            <a:r>
              <a:t>构建是课程的 4.5%。</a:t>
            </a:r>
            <a:br/>
            <a:br/>
            <a:r>
              <a:t>功能正确性是七个功能，在 RUBRIC.md 中逐行评分。部分正确性 exists 对于</a:t>
            </a:r>
            <a:br/>
            <a:r>
              <a:t>部分工作的行为，所以未完成的功能不是零。</a:t>
            </a:r>
            <a:br/>
            <a:br/>
            <a:r>
              <a:t>测试数量和覆盖本身不赚任何分数。测试在断言结果和隔离文件系统时赚</a:t>
            </a:r>
            <a:br/>
            <a:r>
              <a:t>取分数。弱化断言以使套件变绿 is scored as what it is。</a:t>
            </a:r>
            <a:br/>
            <a:br/>
            <a:r>
              <a:t>配置坐在 F1 的五分之内，不是一个门。</a:t>
            </a:r>
            <a:br/>
            <a:br/>
            <a:r>
              <a:t>工作人员在截止日期读取代码仓库快照，运行他们自己的测试，并通过</a:t>
            </a:r>
            <a:br/>
            <a:r>
              <a:t>ACCEPTANCE.md。没有隐藏套件，也没有规范中没有的要求。常规测试使用</a:t>
            </a:r>
            <a:br/>
            <a:r>
              <a:t>fakes 而不是实时模型；实时检查单独记录并 opt in，诚实的报告失败的</a:t>
            </a:r>
            <a:br/>
            <a:r>
              <a:t>实时尝试仍然赚取其证据分数。</a:t>
            </a:r>
            <a:br/>
            <a:br/>
            <a:r>
              <a:t>把它们送到 RUBRIC.md 而不是逐行读。它命名每个行评分的需求 ID。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这些在昨晚之前无法重建，这就是为什么它值得一分钟在这里。提交和</a:t>
            </a:r>
            <a:br/>
            <a:r>
              <a:t>调和是规范幻灯片上的最后两个评分行。</a:t>
            </a:r>
            <a:br/>
            <a:br/>
            <a:r>
              <a:t>会话和模型披露是必需的，但本身不赚取分数。它们让工作人员跟随证据</a:t>
            </a:r>
            <a:br/>
            <a:r>
              <a:t>的其余部分，所以没有它们的提交在任何主张无法检查的地方失去分数。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确切的模型 ID 和观察会话例外在作业 packet 中。从那里读取它们，</a:t>
            </a:r>
            <a:br/>
            <a:r>
              <a:t>而不是从记忆中。</a:t>
            </a:r>
            <a:br/>
            <a:br/>
            <a:r>
              <a:t>被排除的模式是前沿模型用于设计，后面跟着本地模型用于代码。保留</a:t>
            </a:r>
            <a:br/>
            <a:r>
              <a:t>会话，披露真实别名和任何你知道的量化。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2026-09-15 讲师指示重写。本节旧的 opening 为 Aider 和弱模型</a:t>
            </a:r>
            <a:br/>
            <a:r>
              <a:t>辩护，两个论点已经在 L01 到 L04 中提出，所以那三张幻灯片消失了：</a:t>
            </a:r>
            <a:br/>
            <a:r>
              <a:t>"这是领域开始的地方"，"Aider 适合学习"和"模型 intentionally 弱"。</a:t>
            </a:r>
            <a:br/>
            <a:r>
              <a:t>章节现在打开在自主性：一个框架决定什么，从 2023 年起模型被 handed</a:t>
            </a:r>
            <a:br/>
            <a:r>
              <a:t>了多少，以及这门课程在一个代码仓库中达到这些里程碑的事实。之后的</a:t>
            </a:r>
            <a:br/>
            <a:r>
              <a:t>三张幻灯片被保留并收紧。</a:t>
            </a:r>
            <a:br/>
            <a:br/>
            <a:r>
              <a:t>五张幻灯片。一个框架决定什么，以及谁在 2023 年 against 2025 年决定</a:t>
            </a:r>
            <a:br/>
            <a:r>
              <a:t>它。三个里程碑，M1 到 M3，按顺序在这里构建。一个代码仓库到十二月。</a:t>
            </a:r>
            <a:br/>
            <a:r>
              <a:t>你将知道 Claude Code 如何工作。同一个循环，更多的机制，结束于 L05</a:t>
            </a:r>
            <a:br/>
            <a:r>
              <a:t>留下的内容。</a:t>
            </a:r>
            <a:br/>
            <a:br/>
            <a:r>
              <a:t>每张幻灯片的笔记以"Next:"行结尾，说出下一张幻灯片携带什么，所以</a:t>
            </a:r>
            <a:br/>
            <a:r>
              <a:t>没有什么早说一张幻灯片。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每一行都是框架做出的决策，两列是它让谁做出。先读中间列：在 Aider</a:t>
            </a:r>
            <a:br/>
            <a:r>
              <a:t>中他们自己两周做了这些中的每一个，模型的贡献是一个文本块。然后右列：</a:t>
            </a:r>
            <a:br/>
            <a:r>
              <a:t>同样的四个决策，在每一个框架现在让模型选择并对照规则检查选择。</a:t>
            </a:r>
            <a:br/>
            <a:br/>
            <a:r>
              <a:t>这就是"更自主"意味着什么，以及 2025 框架的复杂性和力量在哪里。右边</a:t>
            </a:r>
            <a:br/>
            <a:r>
              <a:t>的模型通常是左边同样的模型。改变的是它自己的回合有多少是自己决定的。</a:t>
            </a:r>
            <a:br/>
            <a:br/>
            <a:r>
              <a:t>不要说框架如何让模型选择下一个动作，或那花费什么。L05 花九十分钟</a:t>
            </a:r>
            <a:br/>
            <a:r>
              <a:t> exactly on that，带有实时演示。</a:t>
            </a:r>
            <a:br/>
            <a:br/>
            <a:r>
              <a:t>接下来：里程碑，M1 到 M3，按顺序在这里构建。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三个里程碑是三个阶段，顺序是框架增长的顺序。M1 是他们这周阅读的</a:t>
            </a:r>
            <a:br/>
            <a:r>
              <a:t>构建：他们选择模型看到什么，在他们说是之前没有任何东西接触磁盘。</a:t>
            </a:r>
            <a:br/>
            <a:r>
              <a:t>M2 将一个决策，下一个动作，从他们移到模型，那个移动的价格是一个他们</a:t>
            </a:r>
            <a:br/>
            <a:r>
              <a:t>必须写的批准层。M3 是使它 day after day 可用的东西：记忆、硬化、</a:t>
            </a:r>
            <a:br/>
            <a:r>
              <a:t>不止一种方式进入。</a:t>
            </a:r>
            <a:br/>
            <a:br/>
            <a:r>
              <a:t>粗体行是课程的设计。模型从现在到十二月之间不会增长，所以他们在自主</a:t>
            </a:r>
            <a:br/>
            <a:r>
              <a:t>性中获得的任何东西都不是来自更大的模型。它来自他们自己代码仓库中的</a:t>
            </a:r>
            <a:br/>
            <a:r>
              <a:t>框架代码。这也是为什么模型是一行配置，框架是产品。</a:t>
            </a:r>
            <a:br/>
            <a:br/>
            <a:r>
              <a:t>接下来：同样的三个里程碑作为时间线，每个添加什么 in code。不要在这里</a:t>
            </a:r>
            <a:br/>
            <a:r>
              <a:t>走阶段；下一张幻灯片做。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从左到右走时间线，说每个点添加什么 in code：M1 是这个月的循环，</a:t>
            </a:r>
            <a:br/>
            <a:r>
              <a:t>精确编辑和 git；M2 是模型选择的工具和 gate 它们的批准层；M3 是</a:t>
            </a:r>
            <a:br/>
            <a:r>
              <a:t>幸存运行的 状态、硬化，和另一种方式进入。</a:t>
            </a:r>
            <a:br/>
            <a:br/>
            <a:r>
              <a:t>曾经坐在这张幻灯片上的构建建议，仍然属于房间：一个小的可检查结果</a:t>
            </a:r>
            <a:br/>
            <a:r>
              <a:t>首先，并保持阶段快照。</a:t>
            </a:r>
            <a:br/>
            <a:br/>
            <a:r>
              <a:t>2023-against-2025 表两张幻灯片后是工具比较在这门实验课中走多远。</a:t>
            </a:r>
            <a:br/>
            <a:r>
              <a:t>L05 有实时演示；不要在这里重建它。</a:t>
            </a:r>
            <a:br/>
            <a:br/>
            <a:r>
              <a:t>不要大声估计工作量。确实说 early runnable slice 是保持十二月集成不</a:t>
            </a:r>
            <a:br/>
            <a:r>
              <a:t>是一个惊喜的东西。</a:t>
            </a:r>
            <a:br/>
            <a:br/>
            <a:r>
              <a:t>接下来：目的地，命名。不要在这张幻灯片上说 Claude Code。点是 Apply，</a:t>
            </a:r>
            <a:br/>
            <a:r>
              <a:t>Analyze 和 Create，下一张幻灯片说它们加起来是什么。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从"你将知道 Claude Code 如何工作"和"十二月的框架"合并而来，late，</a:t>
            </a:r>
            <a:br/>
            <a:r>
              <a:t>讲师读到他早说这张幻灯片的内容。牌组中现在有一个地方命名目的地，</a:t>
            </a:r>
            <a:br/>
            <a:r>
              <a:t>它在这里。</a:t>
            </a:r>
            <a:br/>
            <a:br/>
            <a:r>
              <a:t>先 lead line。命名 Claude Code，或 OpenClaw，作为一个形状，不是一个</a:t>
            </a:r>
            <a:br/>
            <a:r>
              <a:t>克隆目标，也不是他们需要帐户的东西。使它成为那个形状的是他们将构建</a:t>
            </a:r>
            <a:br/>
            <a:r>
              <a:t>的列表：模型选择的工具，一个批准层，幸存运行的状态，不止一种方式进入。</a:t>
            </a:r>
            <a:br/>
            <a:r>
              <a:t>现在开始的设计习惯：当一个决策可能关闭这些中的一个时，留下一个边界</a:t>
            </a:r>
            <a:br/>
            <a:r>
              <a:t>而不是一个实现。</a:t>
            </a:r>
            <a:br/>
            <a:br/>
            <a:r>
              <a:t>然后表。说左列作为用户看到的，右列作为构建者知道的。每一行是他们</a:t>
            </a:r>
            <a:br/>
            <a:r>
              <a:t>将 recognise 使用工具的时刻，配对在他们自己代码仓库中做同样工作的</a:t>
            </a:r>
            <a:br/>
            <a:r>
              <a:t>代码：这个月的循环，Analyze 中的工具和权限门，Create 中的记忆和</a:t>
            </a:r>
            <a:br/>
            <a:r>
              <a:t>硬化。</a:t>
            </a:r>
            <a:br/>
            <a:br/>
            <a:r>
              <a:t>这门课程中没有人需要任何东西的订阅。</a:t>
            </a:r>
            <a:br/>
            <a:br/>
            <a:r>
              <a:t>接下来：开放问题。不要在这里说谁选择下一个动作。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桥梁，以及 taught half 的结束。六个步骤，今天他们跟随一个请求通过</a:t>
            </a:r>
            <a:br/>
            <a:r>
              <a:t>所有它们。这种类型的每个工具，无论它的名字和谁制作它，运行同样的</a:t>
            </a:r>
            <a:br/>
            <a:r>
              <a:t>六个。</a:t>
            </a:r>
            <a:br/>
            <a:br/>
            <a:r>
              <a:t>问房间里的人，在他们自己的会话中，六个中有哪些属于模型。一个：答案。</a:t>
            </a:r>
            <a:br/>
            <a:r>
              <a:t>在其他每一步，决定接下来发生什么的是他们，或某人提前写下的规则。</a:t>
            </a:r>
            <a:br/>
            <a:br/>
            <a:r>
              <a:t>然后留下粗体行。自主性幻灯片已经说了在 M2 模型选择下一个动作。这</a:t>
            </a:r>
            <a:br/>
            <a:r>
              <a:t>副牌没有说的是框架如何使这成为可能以及它花费什么，L05  exactly on</a:t>
            </a:r>
            <a:br/>
            <a:r>
              <a:t>that 打开，带有实时演示。在这里说更多会 spoils it。</a:t>
            </a:r>
            <a:br/>
            <a:br/>
            <a:r>
              <a:t>这是办公时间前的最后一张幻灯片。留下行。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停止说话。工作人员从这里开始巡视。保留幻灯片，让学生可以自己翻阅。</a:t>
            </a:r>
            <a:br/>
            <a:br/>
            <a:r>
              <a:t>这是你 plain 说今天结束时没有任何东西 due 的地方。他们中的大多数</a:t>
            </a:r>
            <a:br/>
            <a:r>
              <a:t>仍然会期望一个 checkoff。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Lab01: How Aider works</dc:title>
  <dc:subject>EECS 498 AASE, Lab01
Design and build a pair-programmer, Fall 2026
</dc:subject>
  <dc:creator/>
  <cp:lastModifiedBy/>
  <cp:revision>1</cp:revision>
  <dcterms:created xsi:type="dcterms:W3CDTF">2026-09-15T14:09:36Z</dcterms:created>
  <dcterms:modified xsi:type="dcterms:W3CDTF">2026-09-15T14:09:36Z</dcterms:modified>
</cp:coreProperties>
</file>