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今天的内容都不计分。请大声说两遍。</a:t>
            </a:r>
            <a:br/>
            <a:r>
              <a:t>工作人员会逐一介绍自己，然后直接进入问卷调查——问卷需要十分钟，</a:t>
            </a:r>
            <a:br/>
            <a:r>
              <a:t>你们可以在讲师讲解后续幻灯片的同时填写。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请大声读出以下内容，而不是放在幻灯片上：</a:t>
            </a:r>
            <a:br/>
            <a:r>
              <a:t>- 使用 umich.edu 登录。</a:t>
            </a:r>
            <a:br/>
            <a:r>
              <a:t>- 它会询问你的 GitHub 用户名。没有用户名，周二就没有代码仓库。</a:t>
            </a:r>
            <a:br/>
            <a:r>
              <a:t>- 如果你的笔记本电脑无法运行模型，请在硬件问题中说明。这个</a:t>
            </a:r>
            <a:br/>
            <a:r>
              <a:t>  答案会为你分配一台能运行的机器。回答可以修改。</a:t>
            </a:r>
            <a:br/>
            <a:r>
              <a:t>趁教室填问卷的时候，讲解接下来五张幻灯片。在大多数人举手之前不要开始</a:t>
            </a:r>
            <a:br/>
            <a:r>
              <a:t>操作步骤。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趁他们填问卷的时候讲解。第一周的模型大约 3 GB；在 macOS 上打开 Ollama</a:t>
            </a:r>
            <a:br/>
            <a:r>
              <a:t>应用会替换 ollama serve。如果你的笔记本带不动，问卷中的硬件问题会为你</a:t>
            </a:r>
            <a:br/>
            <a:r>
              <a:t>分配一台能运行的机器。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Aider 内部没有模型。它是一个客户端；你提供服务器，这也是课程不收费的</a:t>
            </a:r>
            <a:br/>
            <a:r>
              <a:t>原因，也是你的模型只是一行配置而不是某个供应商的原因。不要在这里预览 L01</a:t>
            </a:r>
            <a:br/>
            <a:r>
              <a:t>的内容；今天只需要让他们知道这些工具的存在。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到这里停止讲解。从这一点开始，学生们自己操作，工作人员巡视。</a:t>
            </a:r>
            <a:br/>
            <a:r>
              <a:t>保留幻灯片，让他们可以自己翻阅。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把网址写在黑板上：github.com/eecs498-aase/aider-ollama</a:t>
            </a:r>
            <a:br/>
            <a:r>
              <a:t>故意使用 HTTPS。今天没有人需要设置 SSH 密钥。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bin/check 测试 Aider 和模型之间的每一个环节。值得大声指出的一个陷阱：</a:t>
            </a:r>
            <a:br/>
            <a:r>
              <a:t>一个没有设置条目的模型会得到 2048 个 token 的上下文，Aider 会截断你的</a:t>
            </a:r>
            <a:br/>
            <a:r>
              <a:t>文件，模型开始发明那些实际上在几行之后的函数。这看起来像是一个愚蠢的</a:t>
            </a:r>
            <a:br/>
            <a:r>
              <a:t>模型。这是配置错误，bin/check 能捕获它。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两个安装脚本而不是一个下载，因为这些机器上没有人是 root。</a:t>
            </a:r>
            <a:br/>
            <a:r>
              <a:t>其余部分是在 GPU 上重复步骤 3 和 4，模型大小翻倍。</a:t>
            </a:r>
            <a:br/>
            <a:r>
              <a:t>enable-linger，只需一次，否则注销会杀死 ollama serve，它会被误认为是崩溃。</a:t>
            </a:r>
            <a:br/>
            <a:r>
              <a:t>幕后不写在幻灯片上：home 是 NFS。Ollama 和模型特意放在那里，所以一次</a:t>
            </a:r>
            <a:br/>
            <a:r>
              <a:t>拉取会让它们在所有机器上都可用。Aider 是不能从网络 home 启动的唯一东西，</a:t>
            </a:r>
            <a:br/>
            <a:r>
              <a:t>所以 bin/install-aider 会在机器的本地磁盘上构建它，并留下一个启动器，</a:t>
            </a:r>
            <a:br/>
            <a:r>
              <a:t>在没有它的机器上会重新构建，大约一分钟。如果有人问为什么在一台新机器上</a:t>
            </a:r>
            <a:br/>
            <a:r>
              <a:t>第一次 `aider` 需要一分钟，这就是原因。他们永远不会注意到这一点。</a:t>
            </a:r>
            <a:br/>
            <a:r>
              <a:t>还有第三种安排，你的笔记本电脑上的 Aider 通过 SSH 隧道连接到 CAEN GPU。</a:t>
            </a:r>
            <a:br/>
            <a:r>
              <a:t>它在 README 里。今天不讲。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plainly 说出最后一行。第 2 周是劳动节，没有实验课，设置截止日期是</a:t>
            </a:r>
            <a:br/>
            <a:r>
              <a:t>9 月 11 日星期五。办公时间是这里到那里之间的场所。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plainly 说出最后一行。第 2 周是劳动节，没有实验课，设置截止日期是</a:t>
            </a:r>
            <a:br/>
            <a:r>
              <a:t>9 月 11 日星期五。办公时间是这里到那里之间的场所。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plainly 说出最后一行。第 2 周是劳动节，没有实验课，设置截止日期是</a:t>
            </a:r>
            <a:br/>
            <a:r>
              <a:t>9 月 11 日星期五。办公时间是这里到那里之间的场所。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plainly 说出最后一行。第 2 周是劳动节，没有实验课，设置截止日期是</a:t>
            </a:r>
            <a:br/>
            <a:r>
              <a:t>9 月 11 日星期五。办公时间是这里到那里之间的场所。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00: Setup Lab</dc:title>
  <dc:subject>EECS 498 AASE — Lab 00 (Setup Lab)
Applied Agentic Software Engineering, UMich Fall 2026
</dc:subject>
  <dc:creator/>
  <cp:lastModifiedBy/>
  <cp:revision>1</cp:revision>
  <dcterms:created xsi:type="dcterms:W3CDTF">2026-08-31T16:30:38Z</dcterms:created>
  <dcterms:modified xsi:type="dcterms:W3CDTF">2026-08-31T16:30:38Z</dcterms:modified>
</cp:coreProperties>
</file>